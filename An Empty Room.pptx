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h41a07bed75da04e8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h41a07bed75da04e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h41a07bed75da04e8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h41a07bed75da04e8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h41a07bed75da04e8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h41a07bed75da04e8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41a07bed75da04e8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h41a07bed75da04e8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h485bc9ef332a727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h485bc9ef332a727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h485bc9ef332a727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h485bc9ef332a727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h485bc9ef332a727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h485bc9ef332a727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h7612afbef54f055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h7612afbef54f055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h7612afbef54f055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h7612afbef54f055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h7612afbef54f055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h7612afbef54f055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h7612afbef54f0555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h7612afbef54f055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h7612afbef54f0555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h7612afbef54f0555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h6faa95c1b07f2aa2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h6faa95c1b07f2aa2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h6faa95c1b07f2aa2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h6faa95c1b07f2aa2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h4ec8b7f3a49458c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h4ec8b7f3a49458c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h4ec8b7f3a49458c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h4ec8b7f3a49458c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h4ec8b7f3a49458cf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h4ec8b7f3a49458cf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h4ec8b7f3a49458cf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h4ec8b7f3a49458cf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h4ec8b7f3a49458cf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h4ec8b7f3a49458c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h4ec8b7f3a49458cf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h4ec8b7f3a49458cf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h605d738b9f90f39c_2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h605d738b9f90f39c_2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h605d738b9f90f39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h605d738b9f90f39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h605d738b9f90f39c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h605d738b9f90f39c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h605d738b9f90f39c_2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h605d738b9f90f39c_2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h401c92b682afb91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h401c92b682afb91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h401c92b682afb918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h401c92b682afb91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h401c92b682afb918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h401c92b682afb918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h401c92b682afb918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h401c92b682afb918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h401c92b682afb918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h401c92b682afb918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h401c92b682afb918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h401c92b682afb918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jpg"/><Relationship Id="rId4" Type="http://schemas.openxmlformats.org/officeDocument/2006/relationships/image" Target="../media/image8.png"/><Relationship Id="rId5" Type="http://schemas.openxmlformats.org/officeDocument/2006/relationships/slide" Target="/ppt/slides/slide6.xml"/><Relationship Id="rId6" Type="http://schemas.openxmlformats.org/officeDocument/2006/relationships/slide" Target="/ppt/slides/slide7.xml"/><Relationship Id="rId7" Type="http://schemas.openxmlformats.org/officeDocument/2006/relationships/slide" Target="/ppt/slides/slide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slide" Target="/ppt/slides/slide5.xml"/><Relationship Id="rId7" Type="http://schemas.openxmlformats.org/officeDocument/2006/relationships/slide" Target="/ppt/slides/slide5.xml"/><Relationship Id="rId8" Type="http://schemas.openxmlformats.org/officeDocument/2006/relationships/slide" Target="/ppt/slides/slide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jpg"/><Relationship Id="rId4" Type="http://schemas.openxmlformats.org/officeDocument/2006/relationships/image" Target="../media/image8.png"/><Relationship Id="rId5" Type="http://schemas.openxmlformats.org/officeDocument/2006/relationships/slide" Target="/ppt/slides/slide5.xml"/><Relationship Id="rId6" Type="http://schemas.openxmlformats.org/officeDocument/2006/relationships/image" Target="../media/image5.png"/><Relationship Id="rId7" Type="http://schemas.openxmlformats.org/officeDocument/2006/relationships/slide" Target="/ppt/slides/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jpg"/><Relationship Id="rId4" Type="http://schemas.openxmlformats.org/officeDocument/2006/relationships/image" Target="../media/image8.png"/><Relationship Id="rId5" Type="http://schemas.openxmlformats.org/officeDocument/2006/relationships/slide" Target="/ppt/slides/slide5.xml"/><Relationship Id="rId6" Type="http://schemas.openxmlformats.org/officeDocument/2006/relationships/image" Target="../media/image6.png"/><Relationship Id="rId7" Type="http://schemas.openxmlformats.org/officeDocument/2006/relationships/slide" Target="/ppt/slides/slide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slide" Target="/ppt/slid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slide" Target="/ppt/slides/slide11.xml"/><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slide" Target="/ppt/slid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image" Target="../media/image7.png"/><Relationship Id="rId6" Type="http://schemas.openxmlformats.org/officeDocument/2006/relationships/slide" Target="/ppt/slid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slide" Target="/ppt/slid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slide" Target="/ppt/slides/slide15.xml"/><Relationship Id="rId5"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slide" Target="/ppt/slid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slide" Target="/ppt/slid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jpg"/><Relationship Id="rId4" Type="http://schemas.openxmlformats.org/officeDocument/2006/relationships/slide" Target="/ppt/slides/slide18.xml"/><Relationship Id="rId9" Type="http://schemas.openxmlformats.org/officeDocument/2006/relationships/image" Target="../media/image6.png"/><Relationship Id="rId5" Type="http://schemas.openxmlformats.org/officeDocument/2006/relationships/slide" Target="/ppt/slides/slide19.xml"/><Relationship Id="rId6" Type="http://schemas.openxmlformats.org/officeDocument/2006/relationships/slide" Target="/ppt/slides/slide20.xml"/><Relationship Id="rId7" Type="http://schemas.openxmlformats.org/officeDocument/2006/relationships/image" Target="../media/image10.png"/><Relationship Id="rId8"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9.jpg"/><Relationship Id="rId4" Type="http://schemas.openxmlformats.org/officeDocument/2006/relationships/slide" Target="/ppt/slides/slide17.xml"/><Relationship Id="rId5"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jpg"/><Relationship Id="rId4" Type="http://schemas.openxmlformats.org/officeDocument/2006/relationships/slide" Target="/ppt/slides/slide17.xml"/><Relationship Id="rId5"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9.jpg"/><Relationship Id="rId4" Type="http://schemas.openxmlformats.org/officeDocument/2006/relationships/slide" Target="/ppt/slides/slide17.xml"/><Relationship Id="rId5" Type="http://schemas.openxmlformats.org/officeDocument/2006/relationships/slide" Target="/ppt/slides/slide21.xml"/><Relationship Id="rId6"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slide" Target="/ppt/slid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5.png"/><Relationship Id="rId6" Type="http://schemas.openxmlformats.org/officeDocument/2006/relationships/slide" Target="/ppt/slides/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9.jpg"/><Relationship Id="rId4" Type="http://schemas.openxmlformats.org/officeDocument/2006/relationships/image" Target="../media/image18.png"/><Relationship Id="rId5" Type="http://schemas.openxmlformats.org/officeDocument/2006/relationships/slide" Target="/ppt/slides/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5.png"/><Relationship Id="rId6" Type="http://schemas.openxmlformats.org/officeDocument/2006/relationships/slide" Target="/ppt/slid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5.png"/><Relationship Id="rId6" Type="http://schemas.openxmlformats.org/officeDocument/2006/relationships/slide" Target="/ppt/slides/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0.png"/><Relationship Id="rId6" Type="http://schemas.openxmlformats.org/officeDocument/2006/relationships/slide" Target="/ppt/slides/slide27.xml"/><Relationship Id="rId7" Type="http://schemas.openxmlformats.org/officeDocument/2006/relationships/slide" Target="/ppt/slides/slide28.xml"/><Relationship Id="rId8" Type="http://schemas.openxmlformats.org/officeDocument/2006/relationships/slide" Target="/ppt/slides/slide2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0.png"/><Relationship Id="rId4" Type="http://schemas.openxmlformats.org/officeDocument/2006/relationships/slide" Target="/ppt/slides/slide3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5.png"/><Relationship Id="rId4" Type="http://schemas.openxmlformats.org/officeDocument/2006/relationships/slide" Target="/ppt/slides/slide3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9.png"/><Relationship Id="rId4" Type="http://schemas.openxmlformats.org/officeDocument/2006/relationships/slide" Target="/ppt/slides/slide3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0.png"/><Relationship Id="rId4" Type="http://schemas.openxmlformats.org/officeDocument/2006/relationships/slide" Target="/ppt/slides/slide1.xml"/><Relationship Id="rId5" Type="http://schemas.openxmlformats.org/officeDocument/2006/relationships/image" Target="../media/image14.gi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6.png"/><Relationship Id="rId4" Type="http://schemas.openxmlformats.org/officeDocument/2006/relationships/slide" Target="/ppt/slides/slide1.xml"/><Relationship Id="rId5" Type="http://schemas.openxmlformats.org/officeDocument/2006/relationships/image" Target="../media/image12.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9999"/>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0" y="1"/>
            <a:ext cx="4109393" cy="5143500"/>
          </a:xfrm>
          <a:prstGeom prst="rect">
            <a:avLst/>
          </a:prstGeom>
          <a:noFill/>
          <a:ln>
            <a:noFill/>
          </a:ln>
        </p:spPr>
      </p:pic>
      <p:sp>
        <p:nvSpPr>
          <p:cNvPr id="55" name="Google Shape;55;p13"/>
          <p:cNvSpPr txBox="1"/>
          <p:nvPr>
            <p:ph type="ctrTitle"/>
          </p:nvPr>
        </p:nvSpPr>
        <p:spPr>
          <a:xfrm>
            <a:off x="2344458" y="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5000">
                <a:solidFill>
                  <a:srgbClr val="CC0000"/>
                </a:solidFill>
                <a:highlight>
                  <a:srgbClr val="FFD966"/>
                </a:highlight>
              </a:rPr>
              <a:t>Blood In The Hall</a:t>
            </a:r>
            <a:endParaRPr sz="5000">
              <a:solidFill>
                <a:srgbClr val="CC0000"/>
              </a:solidFill>
              <a:highlight>
                <a:srgbClr val="FFD966"/>
              </a:highlight>
            </a:endParaRPr>
          </a:p>
        </p:txBody>
      </p:sp>
      <p:sp>
        <p:nvSpPr>
          <p:cNvPr id="56" name="Google Shape;56;p13"/>
          <p:cNvSpPr txBox="1"/>
          <p:nvPr>
            <p:ph idx="1" type="subTitle"/>
          </p:nvPr>
        </p:nvSpPr>
        <p:spPr>
          <a:xfrm>
            <a:off x="4437575" y="2275225"/>
            <a:ext cx="4572000" cy="792600"/>
          </a:xfrm>
          <a:prstGeom prst="rect">
            <a:avLst/>
          </a:prstGeom>
        </p:spPr>
        <p:txBody>
          <a:bodyPr anchorCtr="0" anchor="t" bIns="91425" lIns="91425" spcFirstLastPara="1" rIns="91425" wrap="square" tIns="91425">
            <a:normAutofit fontScale="77500" lnSpcReduction="10000"/>
          </a:bodyPr>
          <a:lstStyle/>
          <a:p>
            <a:pPr indent="0" lvl="0" marL="0" rtl="0" algn="ctr">
              <a:spcBef>
                <a:spcPts val="0"/>
              </a:spcBef>
              <a:spcAft>
                <a:spcPts val="0"/>
              </a:spcAft>
              <a:buNone/>
            </a:pPr>
            <a:r>
              <a:rPr lang="en"/>
              <a:t>A murder mystery of a young student playable in google slides!</a:t>
            </a:r>
            <a:endParaRPr/>
          </a:p>
        </p:txBody>
      </p:sp>
      <p:sp>
        <p:nvSpPr>
          <p:cNvPr id="57" name="Google Shape;57;p13"/>
          <p:cNvSpPr txBox="1"/>
          <p:nvPr/>
        </p:nvSpPr>
        <p:spPr>
          <a:xfrm>
            <a:off x="8198075" y="4481700"/>
            <a:ext cx="27165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100" u="sng">
                <a:solidFill>
                  <a:srgbClr val="FF0000"/>
                </a:solidFill>
                <a:highlight>
                  <a:srgbClr val="6AA84F"/>
                </a:highlight>
                <a:hlinkClick action="ppaction://hlinkshowjump?jump=nextslide">
                  <a:extLst>
                    <a:ext uri="{A12FA001-AC4F-418D-AE19-62706E023703}">
                      <ahyp:hlinkClr val="tx"/>
                    </a:ext>
                  </a:extLst>
                </a:hlinkClick>
              </a:rPr>
              <a:t>Play</a:t>
            </a:r>
            <a:endParaRPr sz="3100" u="sng">
              <a:solidFill>
                <a:srgbClr val="FF0000"/>
              </a:solidFill>
              <a:highlight>
                <a:srgbClr val="6AA84F"/>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54"/>
                                        </p:tgtEl>
                                        <p:attrNameLst>
                                          <p:attrName>style.visibility</p:attrName>
                                        </p:attrNameLst>
                                      </p:cBhvr>
                                      <p:to>
                                        <p:strVal val="visible"/>
                                      </p:to>
                                    </p:set>
                                    <p:anim calcmode="lin" valueType="num">
                                      <p:cBhvr additive="base">
                                        <p:cTn dur="1000"/>
                                        <p:tgtEl>
                                          <p:spTgt spid="54"/>
                                        </p:tgtEl>
                                        <p:attrNameLst>
                                          <p:attrName>ppt_w</p:attrName>
                                        </p:attrNameLst>
                                      </p:cBhvr>
                                      <p:tavLst>
                                        <p:tav fmla="" tm="0">
                                          <p:val>
                                            <p:strVal val="0"/>
                                          </p:val>
                                        </p:tav>
                                        <p:tav fmla="" tm="100000">
                                          <p:val>
                                            <p:strVal val="#ppt_w"/>
                                          </p:val>
                                        </p:tav>
                                      </p:tavLst>
                                    </p:anim>
                                    <p:anim calcmode="lin" valueType="num">
                                      <p:cBhvr additive="base">
                                        <p:cTn dur="1000"/>
                                        <p:tgtEl>
                                          <p:spTgt spid="54"/>
                                        </p:tgtEl>
                                        <p:attrNameLst>
                                          <p:attrName>ppt_h</p:attrName>
                                        </p:attrNameLst>
                                      </p:cBhvr>
                                      <p:tavLst>
                                        <p:tav fmla="" tm="0">
                                          <p:val>
                                            <p:strVal val="0"/>
                                          </p:val>
                                        </p:tav>
                                        <p:tav fmla="" tm="100000">
                                          <p:val>
                                            <p:strVal val="#ppt_h"/>
                                          </p:val>
                                        </p:tav>
                                      </p:tavLst>
                                    </p:anim>
                                  </p:childTnLst>
                                </p:cTn>
                              </p:par>
                              <p:par>
                                <p:cTn fill="hold" nodeType="withEffect" presetClass="emph" presetID="8" presetSubtype="0">
                                  <p:stCondLst>
                                    <p:cond delay="0"/>
                                  </p:stCondLst>
                                  <p:childTnLst>
                                    <p:animRot by="-21600000">
                                      <p:cBhvr>
                                        <p:cTn dur="1000" fill="hold"/>
                                        <p:tgtEl>
                                          <p:spTgt spid="54"/>
                                        </p:tgtEl>
                                        <p:attrNameLst>
                                          <p:attrName>r</p:attrName>
                                        </p:attrNameLst>
                                      </p:cBhvr>
                                    </p:animRo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7"/>
                                        </p:tgtEl>
                                        <p:attrNameLst>
                                          <p:attrName>style.visibility</p:attrName>
                                        </p:attrNameLst>
                                      </p:cBhvr>
                                      <p:to>
                                        <p:strVal val="visible"/>
                                      </p:to>
                                    </p:set>
                                    <p:animEffect filter="fade" transition="in">
                                      <p:cBhvr>
                                        <p:cTn dur="800"/>
                                        <p:tgtEl>
                                          <p:spTgt spid="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0" y="780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At the police Station</a:t>
            </a:r>
            <a:endParaRPr/>
          </a:p>
          <a:p>
            <a:pPr indent="0" lvl="0" marL="0" rtl="0" algn="l">
              <a:spcBef>
                <a:spcPts val="0"/>
              </a:spcBef>
              <a:spcAft>
                <a:spcPts val="0"/>
              </a:spcAft>
              <a:buNone/>
            </a:pPr>
            <a:r>
              <a:t/>
            </a:r>
            <a:endParaRPr/>
          </a:p>
        </p:txBody>
      </p:sp>
      <p:pic>
        <p:nvPicPr>
          <p:cNvPr id="63" name="Google Shape;63;p14"/>
          <p:cNvPicPr preferRelativeResize="0"/>
          <p:nvPr/>
        </p:nvPicPr>
        <p:blipFill>
          <a:blip r:embed="rId3">
            <a:alphaModFix/>
          </a:blip>
          <a:stretch>
            <a:fillRect/>
          </a:stretch>
        </p:blipFill>
        <p:spPr>
          <a:xfrm>
            <a:off x="0" y="714374"/>
            <a:ext cx="9144001" cy="4429125"/>
          </a:xfrm>
          <a:prstGeom prst="rect">
            <a:avLst/>
          </a:prstGeom>
          <a:noFill/>
          <a:ln>
            <a:noFill/>
          </a:ln>
        </p:spPr>
      </p:pic>
      <p:pic>
        <p:nvPicPr>
          <p:cNvPr id="64" name="Google Shape;64;p14"/>
          <p:cNvPicPr preferRelativeResize="0"/>
          <p:nvPr/>
        </p:nvPicPr>
        <p:blipFill rotWithShape="1">
          <a:blip r:embed="rId4">
            <a:alphaModFix/>
          </a:blip>
          <a:srcRect b="60899" l="0" r="0" t="0"/>
          <a:stretch/>
        </p:blipFill>
        <p:spPr>
          <a:xfrm flipH="1">
            <a:off x="394423" y="1507879"/>
            <a:ext cx="5836877" cy="1443099"/>
          </a:xfrm>
          <a:prstGeom prst="rect">
            <a:avLst/>
          </a:prstGeom>
          <a:noFill/>
          <a:ln>
            <a:noFill/>
          </a:ln>
        </p:spPr>
      </p:pic>
      <p:sp>
        <p:nvSpPr>
          <p:cNvPr id="65" name="Google Shape;65;p14"/>
          <p:cNvSpPr/>
          <p:nvPr/>
        </p:nvSpPr>
        <p:spPr>
          <a:xfrm>
            <a:off x="3144750" y="331000"/>
            <a:ext cx="2647500" cy="1443000"/>
          </a:xfrm>
          <a:prstGeom prst="cloud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Hmmm….What shall be the reason for a young boy like him to commit suicide?</a:t>
            </a:r>
            <a:endParaRPr/>
          </a:p>
        </p:txBody>
      </p:sp>
      <p:sp>
        <p:nvSpPr>
          <p:cNvPr id="66" name="Google Shape;66;p14"/>
          <p:cNvSpPr txBox="1"/>
          <p:nvPr/>
        </p:nvSpPr>
        <p:spPr>
          <a:xfrm>
            <a:off x="-592950" y="1654750"/>
            <a:ext cx="794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67" name="Google Shape;67;p14">
            <a:hlinkClick action="ppaction://hlinkshowjump?jump=nextslide"/>
          </p:cNvPr>
          <p:cNvSpPr txBox="1"/>
          <p:nvPr/>
        </p:nvSpPr>
        <p:spPr>
          <a:xfrm>
            <a:off x="7804879" y="4667346"/>
            <a:ext cx="1739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u="sng">
                <a:solidFill>
                  <a:srgbClr val="FF0000"/>
                </a:solidFill>
                <a:highlight>
                  <a:srgbClr val="3D85C6"/>
                </a:highlight>
                <a:hlinkClick action="ppaction://hlinkshowjump?jump=nextslide">
                  <a:extLst>
                    <a:ext uri="{A12FA001-AC4F-418D-AE19-62706E023703}">
                      <ahyp:hlinkClr val="tx"/>
                    </a:ext>
                  </a:extLst>
                </a:hlinkClick>
              </a:rPr>
              <a:t>NEXT</a:t>
            </a:r>
            <a:r>
              <a:rPr lang="en" sz="2500" u="sng">
                <a:solidFill>
                  <a:srgbClr val="FF0000"/>
                </a:solidFill>
                <a:highlight>
                  <a:srgbClr val="3D85C6"/>
                </a:highlight>
              </a:rPr>
              <a:t> →</a:t>
            </a:r>
            <a:endParaRPr sz="2500" u="sng">
              <a:solidFill>
                <a:srgbClr val="FF0000"/>
              </a:solidFill>
              <a:highlight>
                <a:srgbClr val="3D85C6"/>
              </a:highlight>
            </a:endParaRPr>
          </a:p>
        </p:txBody>
      </p: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65"/>
                                        </p:tgtEl>
                                        <p:attrNameLst>
                                          <p:attrName>style.visibility</p:attrName>
                                        </p:attrNameLst>
                                      </p:cBhvr>
                                      <p:to>
                                        <p:strVal val="visible"/>
                                      </p:to>
                                    </p:set>
                                    <p:anim calcmode="lin" valueType="num">
                                      <p:cBhvr additive="base">
                                        <p:cTn dur="1500"/>
                                        <p:tgtEl>
                                          <p:spTgt spid="65"/>
                                        </p:tgtEl>
                                        <p:attrNameLst>
                                          <p:attrName>ppt_w</p:attrName>
                                        </p:attrNameLst>
                                      </p:cBhvr>
                                      <p:tavLst>
                                        <p:tav fmla="" tm="0">
                                          <p:val>
                                            <p:strVal val="0"/>
                                          </p:val>
                                        </p:tav>
                                        <p:tav fmla="" tm="100000">
                                          <p:val>
                                            <p:strVal val="#ppt_w"/>
                                          </p:val>
                                        </p:tav>
                                      </p:tavLst>
                                    </p:anim>
                                    <p:anim calcmode="lin" valueType="num">
                                      <p:cBhvr additive="base">
                                        <p:cTn dur="1500"/>
                                        <p:tgtEl>
                                          <p:spTgt spid="65"/>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67"/>
                                        </p:tgtEl>
                                        <p:attrNameLst>
                                          <p:attrName>style.visibility</p:attrName>
                                        </p:attrNameLst>
                                      </p:cBhvr>
                                      <p:to>
                                        <p:strVal val="visible"/>
                                      </p:to>
                                    </p:set>
                                    <p:animEffect filter="fade" transition="in">
                                      <p:cBhvr>
                                        <p:cTn dur="4000"/>
                                        <p:tgtEl>
                                          <p:spTgt spid="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0" y="709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At the police Station</a:t>
            </a:r>
            <a:endParaRPr/>
          </a:p>
          <a:p>
            <a:pPr indent="0" lvl="0" marL="0" rtl="0" algn="l">
              <a:spcBef>
                <a:spcPts val="0"/>
              </a:spcBef>
              <a:spcAft>
                <a:spcPts val="0"/>
              </a:spcAft>
              <a:buNone/>
            </a:pPr>
            <a:r>
              <a:t/>
            </a:r>
            <a:endParaRPr/>
          </a:p>
        </p:txBody>
      </p:sp>
      <p:pic>
        <p:nvPicPr>
          <p:cNvPr id="73" name="Google Shape;73;p15"/>
          <p:cNvPicPr preferRelativeResize="0"/>
          <p:nvPr/>
        </p:nvPicPr>
        <p:blipFill>
          <a:blip r:embed="rId3">
            <a:alphaModFix/>
          </a:blip>
          <a:stretch>
            <a:fillRect/>
          </a:stretch>
        </p:blipFill>
        <p:spPr>
          <a:xfrm>
            <a:off x="0" y="714374"/>
            <a:ext cx="9144001" cy="4429125"/>
          </a:xfrm>
          <a:prstGeom prst="rect">
            <a:avLst/>
          </a:prstGeom>
          <a:noFill/>
          <a:ln>
            <a:noFill/>
          </a:ln>
        </p:spPr>
      </p:pic>
      <p:pic>
        <p:nvPicPr>
          <p:cNvPr id="74" name="Google Shape;74;p15"/>
          <p:cNvPicPr preferRelativeResize="0"/>
          <p:nvPr/>
        </p:nvPicPr>
        <p:blipFill rotWithShape="1">
          <a:blip r:embed="rId4">
            <a:alphaModFix/>
          </a:blip>
          <a:srcRect b="60899" l="0" r="0" t="0"/>
          <a:stretch/>
        </p:blipFill>
        <p:spPr>
          <a:xfrm flipH="1">
            <a:off x="394423" y="1507879"/>
            <a:ext cx="5836877" cy="1443099"/>
          </a:xfrm>
          <a:prstGeom prst="rect">
            <a:avLst/>
          </a:prstGeom>
          <a:noFill/>
          <a:ln>
            <a:noFill/>
          </a:ln>
        </p:spPr>
      </p:pic>
      <p:sp>
        <p:nvSpPr>
          <p:cNvPr id="75" name="Google Shape;75;p15"/>
          <p:cNvSpPr/>
          <p:nvPr/>
        </p:nvSpPr>
        <p:spPr>
          <a:xfrm>
            <a:off x="3144750" y="331000"/>
            <a:ext cx="2647500" cy="1443000"/>
          </a:xfrm>
          <a:prstGeom prst="cloud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Let’s take a look at the case files first.</a:t>
            </a:r>
            <a:endParaRPr/>
          </a:p>
        </p:txBody>
      </p:sp>
      <p:sp>
        <p:nvSpPr>
          <p:cNvPr id="76" name="Google Shape;76;p15"/>
          <p:cNvSpPr txBox="1"/>
          <p:nvPr/>
        </p:nvSpPr>
        <p:spPr>
          <a:xfrm>
            <a:off x="7804879" y="4667346"/>
            <a:ext cx="1739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u="sng">
                <a:solidFill>
                  <a:srgbClr val="FF0000"/>
                </a:solidFill>
                <a:highlight>
                  <a:srgbClr val="3D85C6"/>
                </a:highlight>
                <a:hlinkClick action="ppaction://hlinkshowjump?jump=nextslide">
                  <a:extLst>
                    <a:ext uri="{A12FA001-AC4F-418D-AE19-62706E023703}">
                      <ahyp:hlinkClr val="tx"/>
                    </a:ext>
                  </a:extLst>
                </a:hlinkClick>
              </a:rPr>
              <a:t>NEXT</a:t>
            </a:r>
            <a:r>
              <a:rPr lang="en" sz="2500" u="sng">
                <a:solidFill>
                  <a:srgbClr val="FF0000"/>
                </a:solidFill>
                <a:highlight>
                  <a:srgbClr val="3D85C6"/>
                </a:highlight>
              </a:rPr>
              <a:t> →</a:t>
            </a:r>
            <a:endParaRPr sz="2500" u="sng">
              <a:solidFill>
                <a:srgbClr val="FF0000"/>
              </a:solidFill>
              <a:highlight>
                <a:srgbClr val="3D85C6"/>
              </a:highlight>
            </a:endParaRPr>
          </a:p>
        </p:txBody>
      </p: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75"/>
                                        </p:tgtEl>
                                        <p:attrNameLst>
                                          <p:attrName>style.visibility</p:attrName>
                                        </p:attrNameLst>
                                      </p:cBhvr>
                                      <p:to>
                                        <p:strVal val="visible"/>
                                      </p:to>
                                    </p:set>
                                    <p:anim calcmode="lin" valueType="num">
                                      <p:cBhvr additive="base">
                                        <p:cTn dur="1500"/>
                                        <p:tgtEl>
                                          <p:spTgt spid="75"/>
                                        </p:tgtEl>
                                        <p:attrNameLst>
                                          <p:attrName>ppt_w</p:attrName>
                                        </p:attrNameLst>
                                      </p:cBhvr>
                                      <p:tavLst>
                                        <p:tav fmla="" tm="0">
                                          <p:val>
                                            <p:strVal val="0"/>
                                          </p:val>
                                        </p:tav>
                                        <p:tav fmla="" tm="100000">
                                          <p:val>
                                            <p:strVal val="#ppt_w"/>
                                          </p:val>
                                        </p:tav>
                                      </p:tavLst>
                                    </p:anim>
                                    <p:anim calcmode="lin" valueType="num">
                                      <p:cBhvr additive="base">
                                        <p:cTn dur="1500"/>
                                        <p:tgtEl>
                                          <p:spTgt spid="75"/>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76"/>
                                        </p:tgtEl>
                                        <p:attrNameLst>
                                          <p:attrName>style.visibility</p:attrName>
                                        </p:attrNameLst>
                                      </p:cBhvr>
                                      <p:to>
                                        <p:strVal val="visible"/>
                                      </p:to>
                                    </p:set>
                                    <p:animEffect filter="fade" transition="in">
                                      <p:cBhvr>
                                        <p:cTn dur="4000"/>
                                        <p:tgtEl>
                                          <p:spTgt spid="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6" title="vecteezy_detective-workspace-background_22603619.jpg"/>
          <p:cNvPicPr preferRelativeResize="0"/>
          <p:nvPr/>
        </p:nvPicPr>
        <p:blipFill>
          <a:blip r:embed="rId3">
            <a:alphaModFix/>
          </a:blip>
          <a:stretch>
            <a:fillRect/>
          </a:stretch>
        </p:blipFill>
        <p:spPr>
          <a:xfrm>
            <a:off x="0" y="0"/>
            <a:ext cx="9144000" cy="5143500"/>
          </a:xfrm>
          <a:prstGeom prst="rect">
            <a:avLst/>
          </a:prstGeom>
          <a:noFill/>
          <a:ln>
            <a:noFill/>
          </a:ln>
        </p:spPr>
      </p:pic>
      <p:sp>
        <p:nvSpPr>
          <p:cNvPr id="82" name="Google Shape;82;p16"/>
          <p:cNvSpPr/>
          <p:nvPr/>
        </p:nvSpPr>
        <p:spPr>
          <a:xfrm rot="-1623570">
            <a:off x="2790223" y="1511354"/>
            <a:ext cx="3218179" cy="4834514"/>
          </a:xfrm>
          <a:prstGeom prst="rect">
            <a:avLst/>
          </a:prstGeom>
          <a:solidFill>
            <a:srgbClr val="FFE599"/>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u="sng"/>
              <a:t>VICTIM</a:t>
            </a:r>
            <a:r>
              <a:rPr lang="en"/>
              <a:t>- Alex Carter</a:t>
            </a:r>
            <a:br>
              <a:rPr b="1" lang="en" u="sng"/>
            </a:br>
            <a:r>
              <a:rPr b="1" lang="en" u="sng"/>
              <a:t>AGE</a:t>
            </a:r>
            <a:r>
              <a:rPr lang="en"/>
              <a:t>- 17</a:t>
            </a:r>
            <a:br>
              <a:rPr lang="en"/>
            </a:br>
            <a:r>
              <a:rPr b="1" lang="en" u="sng"/>
              <a:t>TIME FOUND</a:t>
            </a:r>
            <a:r>
              <a:rPr lang="en"/>
              <a:t>- 10:42</a:t>
            </a:r>
            <a:br>
              <a:rPr lang="en"/>
            </a:br>
            <a:r>
              <a:rPr b="1" lang="en" u="sng"/>
              <a:t>CAUSE</a:t>
            </a:r>
            <a:r>
              <a:rPr lang="en"/>
              <a:t>- T.B.D</a:t>
            </a:r>
            <a:br>
              <a:rPr lang="en"/>
            </a:br>
            <a:br>
              <a:rPr lang="en"/>
            </a:br>
            <a:br>
              <a:rPr lang="en"/>
            </a:br>
            <a:r>
              <a:rPr lang="en" u="sng"/>
              <a:t>3 People questioned</a:t>
            </a:r>
            <a:br>
              <a:rPr lang="en"/>
            </a:br>
            <a:br>
              <a:rPr lang="en"/>
            </a:br>
            <a:br>
              <a:rPr lang="en"/>
            </a:br>
            <a:br>
              <a:rPr lang="en"/>
            </a:br>
            <a:br>
              <a:rPr lang="en"/>
            </a:br>
            <a:br>
              <a:rPr lang="en"/>
            </a:br>
            <a:br>
              <a:rPr lang="en"/>
            </a:br>
            <a:br>
              <a:rPr lang="en"/>
            </a:br>
            <a:br>
              <a:rPr lang="en"/>
            </a:br>
            <a:br>
              <a:rPr lang="en"/>
            </a:br>
            <a:br>
              <a:rPr lang="en"/>
            </a:br>
            <a:br>
              <a:rPr lang="en"/>
            </a:br>
            <a:endParaRPr/>
          </a:p>
        </p:txBody>
      </p:sp>
      <p:pic>
        <p:nvPicPr>
          <p:cNvPr id="83" name="Google Shape;83;p16"/>
          <p:cNvPicPr preferRelativeResize="0"/>
          <p:nvPr/>
        </p:nvPicPr>
        <p:blipFill rotWithShape="1">
          <a:blip r:embed="rId4">
            <a:alphaModFix/>
          </a:blip>
          <a:srcRect b="0" l="28558" r="25975" t="0"/>
          <a:stretch/>
        </p:blipFill>
        <p:spPr>
          <a:xfrm rot="-1623540">
            <a:off x="4274172" y="1294036"/>
            <a:ext cx="693049" cy="1028900"/>
          </a:xfrm>
          <a:prstGeom prst="rect">
            <a:avLst/>
          </a:prstGeom>
          <a:noFill/>
          <a:ln>
            <a:noFill/>
          </a:ln>
        </p:spPr>
      </p:pic>
      <p:sp>
        <p:nvSpPr>
          <p:cNvPr id="84" name="Google Shape;84;p16"/>
          <p:cNvSpPr txBox="1"/>
          <p:nvPr/>
        </p:nvSpPr>
        <p:spPr>
          <a:xfrm rot="-1623579">
            <a:off x="2739118" y="3618541"/>
            <a:ext cx="2626628" cy="562838"/>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highlight>
                  <a:srgbClr val="FFD966"/>
                </a:highlight>
                <a:hlinkClick action="ppaction://hlinkshowjump?jump=nextslide"/>
              </a:rPr>
              <a:t>View Statements </a:t>
            </a:r>
            <a:r>
              <a:rPr lang="en" u="sng">
                <a:highlight>
                  <a:srgbClr val="FFD966"/>
                </a:highlight>
                <a:hlinkClick action="ppaction://hlinkshowjump?jump=nextslide"/>
              </a:rPr>
              <a:t>--&gt;</a:t>
            </a:r>
            <a:endParaRPr>
              <a:highlight>
                <a:srgbClr val="FFD966"/>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84"/>
                                        </p:tgtEl>
                                        <p:attrNameLst>
                                          <p:attrName>style.visibility</p:attrName>
                                        </p:attrNameLst>
                                      </p:cBhvr>
                                      <p:to>
                                        <p:strVal val="visible"/>
                                      </p:to>
                                    </p:set>
                                    <p:anim calcmode="lin" valueType="num">
                                      <p:cBhvr additive="base">
                                        <p:cTn dur="2500"/>
                                        <p:tgtEl>
                                          <p:spTgt spid="84"/>
                                        </p:tgtEl>
                                        <p:attrNameLst>
                                          <p:attrName>ppt_w</p:attrName>
                                        </p:attrNameLst>
                                      </p:cBhvr>
                                      <p:tavLst>
                                        <p:tav fmla="" tm="0">
                                          <p:val>
                                            <p:strVal val="0"/>
                                          </p:val>
                                        </p:tav>
                                        <p:tav fmla="" tm="100000">
                                          <p:val>
                                            <p:strVal val="#ppt_w"/>
                                          </p:val>
                                        </p:tav>
                                      </p:tavLst>
                                    </p:anim>
                                    <p:anim calcmode="lin" valueType="num">
                                      <p:cBhvr additive="base">
                                        <p:cTn dur="2500"/>
                                        <p:tgtEl>
                                          <p:spTgt spid="8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7" title="vecteezy_detective-workspace-background_22603619.jpg"/>
          <p:cNvPicPr preferRelativeResize="0"/>
          <p:nvPr/>
        </p:nvPicPr>
        <p:blipFill>
          <a:blip r:embed="rId3">
            <a:alphaModFix/>
          </a:blip>
          <a:stretch>
            <a:fillRect/>
          </a:stretch>
        </p:blipFill>
        <p:spPr>
          <a:xfrm>
            <a:off x="0" y="0"/>
            <a:ext cx="9144000" cy="5143500"/>
          </a:xfrm>
          <a:prstGeom prst="rect">
            <a:avLst/>
          </a:prstGeom>
          <a:noFill/>
          <a:ln>
            <a:noFill/>
          </a:ln>
        </p:spPr>
      </p:pic>
      <p:sp>
        <p:nvSpPr>
          <p:cNvPr id="90" name="Google Shape;90;p17"/>
          <p:cNvSpPr/>
          <p:nvPr/>
        </p:nvSpPr>
        <p:spPr>
          <a:xfrm rot="46466">
            <a:off x="2659793" y="154580"/>
            <a:ext cx="3218394" cy="4834338"/>
          </a:xfrm>
          <a:prstGeom prst="rect">
            <a:avLst/>
          </a:prstGeom>
          <a:solidFill>
            <a:srgbClr val="FFE599"/>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u="sng"/>
              <a:t>VICTIM</a:t>
            </a:r>
            <a:r>
              <a:rPr lang="en"/>
              <a:t>- Alex Carter</a:t>
            </a:r>
            <a:br>
              <a:rPr b="1" lang="en" u="sng"/>
            </a:br>
            <a:r>
              <a:rPr b="1" lang="en" u="sng"/>
              <a:t>AGE</a:t>
            </a:r>
            <a:r>
              <a:rPr lang="en"/>
              <a:t>- 17</a:t>
            </a:r>
            <a:br>
              <a:rPr lang="en"/>
            </a:br>
            <a:r>
              <a:rPr b="1" lang="en" u="sng"/>
              <a:t>TIME FOUND</a:t>
            </a:r>
            <a:r>
              <a:rPr lang="en"/>
              <a:t>- 10:42</a:t>
            </a:r>
            <a:br>
              <a:rPr lang="en"/>
            </a:br>
            <a:r>
              <a:rPr b="1" lang="en" u="sng"/>
              <a:t>CAUSE</a:t>
            </a:r>
            <a:r>
              <a:rPr lang="en"/>
              <a:t>- T.B.D</a:t>
            </a:r>
            <a:br>
              <a:rPr lang="en"/>
            </a:br>
            <a:br>
              <a:rPr lang="en"/>
            </a:br>
            <a:br>
              <a:rPr lang="en"/>
            </a:br>
            <a:r>
              <a:rPr lang="en" u="sng"/>
              <a:t>3 People questioned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1200"/>
              <a:t>Best friend - Ryan</a:t>
            </a:r>
            <a:br>
              <a:rPr lang="en" sz="1200"/>
            </a:br>
            <a:br>
              <a:rPr lang="en" sz="1200"/>
            </a:br>
            <a:r>
              <a:rPr lang="en" sz="1200"/>
              <a:t>Neighbour - Mrs. Carter</a:t>
            </a:r>
            <a:br>
              <a:rPr lang="en" sz="1200"/>
            </a:br>
            <a:br>
              <a:rPr lang="en" sz="1200"/>
            </a:br>
            <a:r>
              <a:rPr lang="en" sz="1200"/>
              <a:t>Teacher - Mr. Blake</a:t>
            </a:r>
            <a:br>
              <a:rPr lang="en" sz="1200"/>
            </a:br>
            <a:endParaRPr sz="12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br>
              <a:rPr lang="en"/>
            </a:br>
            <a:br>
              <a:rPr lang="en"/>
            </a:br>
            <a:endParaRPr/>
          </a:p>
        </p:txBody>
      </p:sp>
      <p:pic>
        <p:nvPicPr>
          <p:cNvPr id="91" name="Google Shape;91;p17"/>
          <p:cNvPicPr preferRelativeResize="0"/>
          <p:nvPr/>
        </p:nvPicPr>
        <p:blipFill rotWithShape="1">
          <a:blip r:embed="rId4">
            <a:alphaModFix/>
          </a:blip>
          <a:srcRect b="0" l="28558" r="25975" t="0"/>
          <a:stretch/>
        </p:blipFill>
        <p:spPr>
          <a:xfrm rot="46390">
            <a:off x="5107936" y="285833"/>
            <a:ext cx="693049" cy="1028901"/>
          </a:xfrm>
          <a:prstGeom prst="rect">
            <a:avLst/>
          </a:prstGeom>
          <a:noFill/>
          <a:ln>
            <a:noFill/>
          </a:ln>
        </p:spPr>
      </p:pic>
      <p:sp>
        <p:nvSpPr>
          <p:cNvPr id="92" name="Google Shape;92;p17">
            <a:hlinkClick action="ppaction://hlinksldjump" r:id="rId5"/>
          </p:cNvPr>
          <p:cNvSpPr txBox="1"/>
          <p:nvPr/>
        </p:nvSpPr>
        <p:spPr>
          <a:xfrm>
            <a:off x="4125450" y="2075100"/>
            <a:ext cx="1063200" cy="2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u="sng"/>
              <a:t>View statement</a:t>
            </a:r>
            <a:endParaRPr sz="900" u="sng"/>
          </a:p>
        </p:txBody>
      </p:sp>
      <p:sp>
        <p:nvSpPr>
          <p:cNvPr id="93" name="Google Shape;93;p17">
            <a:hlinkClick action="ppaction://hlinksldjump" r:id="rId6"/>
          </p:cNvPr>
          <p:cNvSpPr txBox="1"/>
          <p:nvPr/>
        </p:nvSpPr>
        <p:spPr>
          <a:xfrm>
            <a:off x="4439450" y="2448613"/>
            <a:ext cx="1063200" cy="2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u="sng"/>
              <a:t>View statement</a:t>
            </a:r>
            <a:endParaRPr sz="900" u="sng"/>
          </a:p>
        </p:txBody>
      </p:sp>
      <p:sp>
        <p:nvSpPr>
          <p:cNvPr id="94" name="Google Shape;94;p17">
            <a:hlinkClick action="ppaction://hlinksldjump" r:id="rId7"/>
          </p:cNvPr>
          <p:cNvSpPr txBox="1"/>
          <p:nvPr/>
        </p:nvSpPr>
        <p:spPr>
          <a:xfrm>
            <a:off x="4125450" y="2822125"/>
            <a:ext cx="1063200" cy="2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u="sng"/>
              <a:t>View </a:t>
            </a:r>
            <a:r>
              <a:rPr lang="en" sz="900" u="sng"/>
              <a:t>statemen</a:t>
            </a:r>
            <a:r>
              <a:rPr lang="en" sz="900" u="sng"/>
              <a:t>t</a:t>
            </a:r>
            <a:endParaRPr sz="900" u="sng"/>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92"/>
                                        </p:tgtEl>
                                        <p:attrNameLst>
                                          <p:attrName>style.visibility</p:attrName>
                                        </p:attrNameLst>
                                      </p:cBhvr>
                                      <p:to>
                                        <p:strVal val="visible"/>
                                      </p:to>
                                    </p:set>
                                    <p:anim calcmode="lin" valueType="num">
                                      <p:cBhvr additive="base">
                                        <p:cTn dur="2000"/>
                                        <p:tgtEl>
                                          <p:spTgt spid="92"/>
                                        </p:tgtEl>
                                        <p:attrNameLst>
                                          <p:attrName>ppt_w</p:attrName>
                                        </p:attrNameLst>
                                      </p:cBhvr>
                                      <p:tavLst>
                                        <p:tav fmla="" tm="0">
                                          <p:val>
                                            <p:strVal val="0"/>
                                          </p:val>
                                        </p:tav>
                                        <p:tav fmla="" tm="100000">
                                          <p:val>
                                            <p:strVal val="#ppt_w"/>
                                          </p:val>
                                        </p:tav>
                                      </p:tavLst>
                                    </p:anim>
                                    <p:anim calcmode="lin" valueType="num">
                                      <p:cBhvr additive="base">
                                        <p:cTn dur="2000"/>
                                        <p:tgtEl>
                                          <p:spTgt spid="92"/>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93"/>
                                        </p:tgtEl>
                                        <p:attrNameLst>
                                          <p:attrName>style.visibility</p:attrName>
                                        </p:attrNameLst>
                                      </p:cBhvr>
                                      <p:to>
                                        <p:strVal val="visible"/>
                                      </p:to>
                                    </p:set>
                                    <p:anim calcmode="lin" valueType="num">
                                      <p:cBhvr additive="base">
                                        <p:cTn dur="2000"/>
                                        <p:tgtEl>
                                          <p:spTgt spid="93"/>
                                        </p:tgtEl>
                                        <p:attrNameLst>
                                          <p:attrName>ppt_w</p:attrName>
                                        </p:attrNameLst>
                                      </p:cBhvr>
                                      <p:tavLst>
                                        <p:tav fmla="" tm="0">
                                          <p:val>
                                            <p:strVal val="0"/>
                                          </p:val>
                                        </p:tav>
                                        <p:tav fmla="" tm="100000">
                                          <p:val>
                                            <p:strVal val="#ppt_w"/>
                                          </p:val>
                                        </p:tav>
                                      </p:tavLst>
                                    </p:anim>
                                    <p:anim calcmode="lin" valueType="num">
                                      <p:cBhvr additive="base">
                                        <p:cTn dur="2000"/>
                                        <p:tgtEl>
                                          <p:spTgt spid="9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94"/>
                                        </p:tgtEl>
                                        <p:attrNameLst>
                                          <p:attrName>style.visibility</p:attrName>
                                        </p:attrNameLst>
                                      </p:cBhvr>
                                      <p:to>
                                        <p:strVal val="visible"/>
                                      </p:to>
                                    </p:set>
                                    <p:anim calcmode="lin" valueType="num">
                                      <p:cBhvr additive="base">
                                        <p:cTn dur="2000"/>
                                        <p:tgtEl>
                                          <p:spTgt spid="94"/>
                                        </p:tgtEl>
                                        <p:attrNameLst>
                                          <p:attrName>ppt_w</p:attrName>
                                        </p:attrNameLst>
                                      </p:cBhvr>
                                      <p:tavLst>
                                        <p:tav fmla="" tm="0">
                                          <p:val>
                                            <p:strVal val="0"/>
                                          </p:val>
                                        </p:tav>
                                        <p:tav fmla="" tm="100000">
                                          <p:val>
                                            <p:strVal val="#ppt_w"/>
                                          </p:val>
                                        </p:tav>
                                      </p:tavLst>
                                    </p:anim>
                                    <p:anim calcmode="lin" valueType="num">
                                      <p:cBhvr additive="base">
                                        <p:cTn dur="2000"/>
                                        <p:tgtEl>
                                          <p:spTgt spid="9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18" title="vecteezy_detective-workspace-background_22603619.jpg"/>
          <p:cNvPicPr preferRelativeResize="0"/>
          <p:nvPr/>
        </p:nvPicPr>
        <p:blipFill>
          <a:blip r:embed="rId3">
            <a:alphaModFix/>
          </a:blip>
          <a:stretch>
            <a:fillRect/>
          </a:stretch>
        </p:blipFill>
        <p:spPr>
          <a:xfrm>
            <a:off x="0" y="0"/>
            <a:ext cx="9144000" cy="5143500"/>
          </a:xfrm>
          <a:prstGeom prst="rect">
            <a:avLst/>
          </a:prstGeom>
          <a:noFill/>
          <a:ln>
            <a:noFill/>
          </a:ln>
        </p:spPr>
      </p:pic>
      <p:sp>
        <p:nvSpPr>
          <p:cNvPr id="100" name="Google Shape;100;p18"/>
          <p:cNvSpPr/>
          <p:nvPr/>
        </p:nvSpPr>
        <p:spPr>
          <a:xfrm rot="46466">
            <a:off x="2659793" y="154580"/>
            <a:ext cx="3218394" cy="4834338"/>
          </a:xfrm>
          <a:prstGeom prst="rect">
            <a:avLst/>
          </a:prstGeom>
          <a:solidFill>
            <a:srgbClr val="FFE599"/>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u="sng"/>
              <a:t>VICTIM</a:t>
            </a:r>
            <a:r>
              <a:rPr lang="en"/>
              <a:t>- Alex Carter</a:t>
            </a:r>
            <a:br>
              <a:rPr b="1" lang="en" u="sng"/>
            </a:br>
            <a:r>
              <a:rPr b="1" lang="en" u="sng"/>
              <a:t>AGE</a:t>
            </a:r>
            <a:r>
              <a:rPr lang="en"/>
              <a:t>- 17</a:t>
            </a:r>
            <a:br>
              <a:rPr lang="en"/>
            </a:br>
            <a:r>
              <a:rPr b="1" lang="en" u="sng"/>
              <a:t>TIME FOUND</a:t>
            </a:r>
            <a:r>
              <a:rPr lang="en"/>
              <a:t>- 10:42</a:t>
            </a:r>
            <a:br>
              <a:rPr lang="en"/>
            </a:br>
            <a:r>
              <a:rPr b="1" lang="en" u="sng"/>
              <a:t>CAUSE</a:t>
            </a:r>
            <a:r>
              <a:rPr lang="en"/>
              <a:t>- T.B.D</a:t>
            </a:r>
            <a:br>
              <a:rPr lang="en"/>
            </a:br>
            <a:br>
              <a:rPr lang="en"/>
            </a:br>
            <a:br>
              <a:rPr lang="en"/>
            </a:br>
            <a:r>
              <a:rPr lang="en" u="sng"/>
              <a:t>3 People questioned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sz="1200" u="sng"/>
              <a:t>Best friend - Ryan</a:t>
            </a:r>
            <a:br>
              <a:rPr lang="en" sz="1200"/>
            </a:br>
            <a:endParaRPr sz="1200"/>
          </a:p>
          <a:p>
            <a:pPr indent="0" lvl="0" marL="0" rtl="0" algn="l">
              <a:spcBef>
                <a:spcPts val="0"/>
              </a:spcBef>
              <a:spcAft>
                <a:spcPts val="0"/>
              </a:spcAft>
              <a:buNone/>
            </a:pPr>
            <a:r>
              <a:t/>
            </a:r>
            <a:endParaRPr sz="1200"/>
          </a:p>
          <a:p>
            <a:pPr indent="0" lvl="0" marL="0" rtl="0" algn="l">
              <a:spcBef>
                <a:spcPts val="0"/>
              </a:spcBef>
              <a:spcAft>
                <a:spcPts val="0"/>
              </a:spcAft>
              <a:buNone/>
            </a:pPr>
            <a:br>
              <a:rPr lang="en" sz="1200"/>
            </a:br>
            <a:br>
              <a:rPr lang="en" sz="1200"/>
            </a:br>
            <a:endParaRPr/>
          </a:p>
          <a:p>
            <a:pPr indent="0" lvl="0" marL="0" rtl="0" algn="l">
              <a:spcBef>
                <a:spcPts val="0"/>
              </a:spcBef>
              <a:spcAft>
                <a:spcPts val="0"/>
              </a:spcAft>
              <a:buNone/>
            </a:pPr>
            <a:r>
              <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“I left his house around 8PM. He seemed completely normal. I didn’t see him after that.”</a:t>
            </a:r>
            <a:endParaRPr/>
          </a:p>
        </p:txBody>
      </p:sp>
      <p:pic>
        <p:nvPicPr>
          <p:cNvPr id="101" name="Google Shape;101;p18"/>
          <p:cNvPicPr preferRelativeResize="0"/>
          <p:nvPr/>
        </p:nvPicPr>
        <p:blipFill rotWithShape="1">
          <a:blip r:embed="rId4">
            <a:alphaModFix/>
          </a:blip>
          <a:srcRect b="0" l="28558" r="25975" t="0"/>
          <a:stretch/>
        </p:blipFill>
        <p:spPr>
          <a:xfrm rot="46390">
            <a:off x="5107936" y="285833"/>
            <a:ext cx="693049" cy="1028901"/>
          </a:xfrm>
          <a:prstGeom prst="rect">
            <a:avLst/>
          </a:prstGeom>
          <a:noFill/>
          <a:ln>
            <a:noFill/>
          </a:ln>
        </p:spPr>
      </p:pic>
      <p:pic>
        <p:nvPicPr>
          <p:cNvPr id="102" name="Google Shape;102;p18"/>
          <p:cNvPicPr preferRelativeResize="0"/>
          <p:nvPr/>
        </p:nvPicPr>
        <p:blipFill>
          <a:blip r:embed="rId5">
            <a:alphaModFix/>
          </a:blip>
          <a:stretch>
            <a:fillRect/>
          </a:stretch>
        </p:blipFill>
        <p:spPr>
          <a:xfrm>
            <a:off x="2840000" y="2387425"/>
            <a:ext cx="1618176" cy="1618176"/>
          </a:xfrm>
          <a:prstGeom prst="rect">
            <a:avLst/>
          </a:prstGeom>
          <a:solidFill>
            <a:srgbClr val="FFE599"/>
          </a:solidFill>
          <a:ln>
            <a:noFill/>
          </a:ln>
        </p:spPr>
      </p:pic>
      <p:sp>
        <p:nvSpPr>
          <p:cNvPr id="103" name="Google Shape;103;p18">
            <a:hlinkClick action="ppaction://hlinksldjump" r:id="rId6"/>
          </p:cNvPr>
          <p:cNvSpPr txBox="1"/>
          <p:nvPr/>
        </p:nvSpPr>
        <p:spPr>
          <a:xfrm>
            <a:off x="5101025" y="4602075"/>
            <a:ext cx="893100" cy="25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u="sng">
                <a:solidFill>
                  <a:srgbClr val="CC0000"/>
                </a:solidFill>
                <a:highlight>
                  <a:srgbClr val="6AA84F"/>
                </a:highlight>
                <a:hlinkClick action="ppaction://hlinksldjump" r:id="rId7">
                  <a:extLst>
                    <a:ext uri="{A12FA001-AC4F-418D-AE19-62706E023703}">
                      <ahyp:hlinkClr val="tx"/>
                    </a:ext>
                  </a:extLst>
                </a:hlinkClick>
              </a:rPr>
              <a:t>Back</a:t>
            </a:r>
            <a:endParaRPr b="1" sz="1300" u="sng">
              <a:solidFill>
                <a:srgbClr val="CC0000"/>
              </a:solidFill>
              <a:highlight>
                <a:srgbClr val="6AA84F"/>
              </a:highlight>
            </a:endParaRPr>
          </a:p>
        </p:txBody>
      </p:sp>
      <p:sp>
        <p:nvSpPr>
          <p:cNvPr id="104" name="Google Shape;104;p18">
            <a:hlinkClick action="ppaction://hlinksldjump" r:id="rId8"/>
          </p:cNvPr>
          <p:cNvSpPr txBox="1"/>
          <p:nvPr/>
        </p:nvSpPr>
        <p:spPr>
          <a:xfrm>
            <a:off x="3998875" y="4602075"/>
            <a:ext cx="1045500" cy="25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u="sng">
                <a:solidFill>
                  <a:srgbClr val="CC0000"/>
                </a:solidFill>
                <a:highlight>
                  <a:srgbClr val="6AA84F"/>
                </a:highlight>
              </a:rPr>
              <a:t>Investigate</a:t>
            </a:r>
            <a:endParaRPr b="1" sz="1300" u="sng">
              <a:solidFill>
                <a:srgbClr val="CC0000"/>
              </a:solidFill>
              <a:highlight>
                <a:srgbClr val="6AA84F"/>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1000"/>
                                        <p:tgtEl>
                                          <p:spTgt spid="1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19" title="vecteezy_detective-workspace-background_22603619.jpg"/>
          <p:cNvPicPr preferRelativeResize="0"/>
          <p:nvPr/>
        </p:nvPicPr>
        <p:blipFill>
          <a:blip r:embed="rId3">
            <a:alphaModFix/>
          </a:blip>
          <a:stretch>
            <a:fillRect/>
          </a:stretch>
        </p:blipFill>
        <p:spPr>
          <a:xfrm>
            <a:off x="0" y="0"/>
            <a:ext cx="9144000" cy="5143500"/>
          </a:xfrm>
          <a:prstGeom prst="rect">
            <a:avLst/>
          </a:prstGeom>
          <a:noFill/>
          <a:ln>
            <a:noFill/>
          </a:ln>
        </p:spPr>
      </p:pic>
      <p:sp>
        <p:nvSpPr>
          <p:cNvPr id="110" name="Google Shape;110;p19"/>
          <p:cNvSpPr/>
          <p:nvPr/>
        </p:nvSpPr>
        <p:spPr>
          <a:xfrm rot="46466">
            <a:off x="2659793" y="154580"/>
            <a:ext cx="3218394" cy="4834338"/>
          </a:xfrm>
          <a:prstGeom prst="rect">
            <a:avLst/>
          </a:prstGeom>
          <a:solidFill>
            <a:srgbClr val="FFE599"/>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u="sng"/>
              <a:t>VICTIM</a:t>
            </a:r>
            <a:r>
              <a:rPr lang="en"/>
              <a:t>- Alex Carter</a:t>
            </a:r>
            <a:br>
              <a:rPr b="1" lang="en" u="sng"/>
            </a:br>
            <a:r>
              <a:rPr b="1" lang="en" u="sng"/>
              <a:t>AGE</a:t>
            </a:r>
            <a:r>
              <a:rPr lang="en"/>
              <a:t>- 17</a:t>
            </a:r>
            <a:br>
              <a:rPr lang="en"/>
            </a:br>
            <a:r>
              <a:rPr b="1" lang="en" u="sng"/>
              <a:t>TIME FOUND</a:t>
            </a:r>
            <a:r>
              <a:rPr lang="en"/>
              <a:t>- 10:42</a:t>
            </a:r>
            <a:br>
              <a:rPr lang="en"/>
            </a:br>
            <a:r>
              <a:rPr b="1" lang="en" u="sng"/>
              <a:t>CAUSE</a:t>
            </a:r>
            <a:r>
              <a:rPr lang="en"/>
              <a:t>- T.B.D</a:t>
            </a:r>
            <a:br>
              <a:rPr lang="en"/>
            </a:br>
            <a:br>
              <a:rPr lang="en"/>
            </a:br>
            <a:br>
              <a:rPr lang="en"/>
            </a:br>
            <a:r>
              <a:rPr lang="en" u="sng"/>
              <a:t>3 People questioned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sz="1200" u="sng"/>
              <a:t>Neighbour - Mrs. Carter</a:t>
            </a:r>
            <a:br>
              <a:rPr lang="en" sz="1200"/>
            </a:br>
            <a:endParaRPr sz="1200"/>
          </a:p>
          <a:p>
            <a:pPr indent="0" lvl="0" marL="0" rtl="0" algn="l">
              <a:spcBef>
                <a:spcPts val="0"/>
              </a:spcBef>
              <a:spcAft>
                <a:spcPts val="0"/>
              </a:spcAft>
              <a:buNone/>
            </a:pPr>
            <a:r>
              <a:t/>
            </a:r>
            <a:endParaRPr sz="1200"/>
          </a:p>
          <a:p>
            <a:pPr indent="0" lvl="0" marL="0" rtl="0" algn="l">
              <a:spcBef>
                <a:spcPts val="0"/>
              </a:spcBef>
              <a:spcAft>
                <a:spcPts val="0"/>
              </a:spcAft>
              <a:buNone/>
            </a:pPr>
            <a:br>
              <a:rPr lang="en" sz="1200"/>
            </a:br>
            <a:endParaRPr sz="1300"/>
          </a:p>
          <a:p>
            <a:pPr indent="0" lvl="0" marL="0" rtl="0" algn="l">
              <a:spcBef>
                <a:spcPts val="0"/>
              </a:spcBef>
              <a:spcAft>
                <a:spcPts val="0"/>
              </a:spcAft>
              <a:buNone/>
            </a:pPr>
            <a:r>
              <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“I heard 2 people </a:t>
            </a:r>
            <a:r>
              <a:rPr lang="en" sz="1300"/>
              <a:t>arguing</a:t>
            </a:r>
            <a:r>
              <a:rPr lang="en" sz="1300"/>
              <a:t> at around 9. I couldn’t understand what they were saying. After that everything went quiet.”</a:t>
            </a:r>
            <a:endParaRPr sz="1300"/>
          </a:p>
          <a:p>
            <a:pPr indent="0" lvl="0" marL="0" rtl="0" algn="l">
              <a:spcBef>
                <a:spcPts val="0"/>
              </a:spcBef>
              <a:spcAft>
                <a:spcPts val="0"/>
              </a:spcAft>
              <a:buNone/>
            </a:pPr>
            <a:r>
              <a:t/>
            </a:r>
            <a:endParaRPr sz="1300"/>
          </a:p>
        </p:txBody>
      </p:sp>
      <p:pic>
        <p:nvPicPr>
          <p:cNvPr id="111" name="Google Shape;111;p19"/>
          <p:cNvPicPr preferRelativeResize="0"/>
          <p:nvPr/>
        </p:nvPicPr>
        <p:blipFill rotWithShape="1">
          <a:blip r:embed="rId4">
            <a:alphaModFix/>
          </a:blip>
          <a:srcRect b="0" l="28558" r="25975" t="0"/>
          <a:stretch/>
        </p:blipFill>
        <p:spPr>
          <a:xfrm rot="46390">
            <a:off x="5107936" y="285833"/>
            <a:ext cx="693049" cy="1028901"/>
          </a:xfrm>
          <a:prstGeom prst="rect">
            <a:avLst/>
          </a:prstGeom>
          <a:noFill/>
          <a:ln>
            <a:noFill/>
          </a:ln>
        </p:spPr>
      </p:pic>
      <p:sp>
        <p:nvSpPr>
          <p:cNvPr id="112" name="Google Shape;112;p19"/>
          <p:cNvSpPr txBox="1"/>
          <p:nvPr/>
        </p:nvSpPr>
        <p:spPr>
          <a:xfrm>
            <a:off x="5101025" y="4602075"/>
            <a:ext cx="893100" cy="25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u="sng">
                <a:solidFill>
                  <a:srgbClr val="CC0000"/>
                </a:solidFill>
                <a:highlight>
                  <a:srgbClr val="6AA84F"/>
                </a:highlight>
                <a:hlinkClick action="ppaction://hlinksldjump" r:id="rId5">
                  <a:extLst>
                    <a:ext uri="{A12FA001-AC4F-418D-AE19-62706E023703}">
                      <ahyp:hlinkClr val="tx"/>
                    </a:ext>
                  </a:extLst>
                </a:hlinkClick>
              </a:rPr>
              <a:t>Back</a:t>
            </a:r>
            <a:endParaRPr b="1" sz="1300" u="sng">
              <a:solidFill>
                <a:srgbClr val="CC0000"/>
              </a:solidFill>
              <a:highlight>
                <a:srgbClr val="6AA84F"/>
              </a:highlight>
            </a:endParaRPr>
          </a:p>
        </p:txBody>
      </p:sp>
      <p:pic>
        <p:nvPicPr>
          <p:cNvPr id="113" name="Google Shape;113;p19"/>
          <p:cNvPicPr preferRelativeResize="0"/>
          <p:nvPr/>
        </p:nvPicPr>
        <p:blipFill>
          <a:blip r:embed="rId6">
            <a:alphaModFix/>
          </a:blip>
          <a:stretch>
            <a:fillRect/>
          </a:stretch>
        </p:blipFill>
        <p:spPr>
          <a:xfrm>
            <a:off x="2777400" y="2571750"/>
            <a:ext cx="1032600" cy="1290235"/>
          </a:xfrm>
          <a:prstGeom prst="rect">
            <a:avLst/>
          </a:prstGeom>
          <a:solidFill>
            <a:srgbClr val="FFE599"/>
          </a:solidFill>
          <a:ln>
            <a:noFill/>
          </a:ln>
        </p:spPr>
      </p:pic>
      <p:sp>
        <p:nvSpPr>
          <p:cNvPr id="114" name="Google Shape;114;p19">
            <a:hlinkClick action="ppaction://hlinksldjump" r:id="rId7"/>
          </p:cNvPr>
          <p:cNvSpPr txBox="1"/>
          <p:nvPr/>
        </p:nvSpPr>
        <p:spPr>
          <a:xfrm>
            <a:off x="4091836" y="4602075"/>
            <a:ext cx="1032600" cy="25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u="sng">
                <a:solidFill>
                  <a:srgbClr val="CC0000"/>
                </a:solidFill>
                <a:highlight>
                  <a:srgbClr val="6AA84F"/>
                </a:highlight>
              </a:rPr>
              <a:t>Investigate</a:t>
            </a:r>
            <a:endParaRPr b="1" sz="1200" u="sng">
              <a:solidFill>
                <a:srgbClr val="CC0000"/>
              </a:solidFill>
              <a:highlight>
                <a:srgbClr val="6AA84F"/>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1000"/>
                                        <p:tgtEl>
                                          <p:spTgt spid="1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20" title="vecteezy_detective-workspace-background_22603619.jpg"/>
          <p:cNvPicPr preferRelativeResize="0"/>
          <p:nvPr/>
        </p:nvPicPr>
        <p:blipFill>
          <a:blip r:embed="rId3">
            <a:alphaModFix/>
          </a:blip>
          <a:stretch>
            <a:fillRect/>
          </a:stretch>
        </p:blipFill>
        <p:spPr>
          <a:xfrm>
            <a:off x="0" y="0"/>
            <a:ext cx="9144000" cy="5143500"/>
          </a:xfrm>
          <a:prstGeom prst="rect">
            <a:avLst/>
          </a:prstGeom>
          <a:noFill/>
          <a:ln>
            <a:noFill/>
          </a:ln>
        </p:spPr>
      </p:pic>
      <p:sp>
        <p:nvSpPr>
          <p:cNvPr id="120" name="Google Shape;120;p20"/>
          <p:cNvSpPr/>
          <p:nvPr/>
        </p:nvSpPr>
        <p:spPr>
          <a:xfrm rot="46466">
            <a:off x="2659793" y="154580"/>
            <a:ext cx="3218394" cy="4834338"/>
          </a:xfrm>
          <a:prstGeom prst="rect">
            <a:avLst/>
          </a:prstGeom>
          <a:solidFill>
            <a:srgbClr val="FFE599"/>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u="sng"/>
              <a:t>VICTIM</a:t>
            </a:r>
            <a:r>
              <a:rPr lang="en"/>
              <a:t>- Alex Carter</a:t>
            </a:r>
            <a:br>
              <a:rPr b="1" lang="en" u="sng"/>
            </a:br>
            <a:r>
              <a:rPr b="1" lang="en" u="sng"/>
              <a:t>AGE</a:t>
            </a:r>
            <a:r>
              <a:rPr lang="en"/>
              <a:t>- 17</a:t>
            </a:r>
            <a:br>
              <a:rPr lang="en"/>
            </a:br>
            <a:r>
              <a:rPr b="1" lang="en" u="sng"/>
              <a:t>TIME FOUND</a:t>
            </a:r>
            <a:r>
              <a:rPr lang="en"/>
              <a:t>- 10:42</a:t>
            </a:r>
            <a:br>
              <a:rPr lang="en"/>
            </a:br>
            <a:r>
              <a:rPr b="1" lang="en" u="sng"/>
              <a:t>CAUSE</a:t>
            </a:r>
            <a:r>
              <a:rPr lang="en"/>
              <a:t>- T.B.D</a:t>
            </a:r>
            <a:br>
              <a:rPr lang="en"/>
            </a:br>
            <a:br>
              <a:rPr lang="en"/>
            </a:br>
            <a:br>
              <a:rPr lang="en"/>
            </a:br>
            <a:r>
              <a:rPr lang="en" u="sng"/>
              <a:t>3 People questioned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sz="1200" u="sng"/>
              <a:t>Teacher - Mr. Blake</a:t>
            </a:r>
            <a:br>
              <a:rPr lang="en" sz="1200"/>
            </a:br>
            <a:endParaRPr sz="1200"/>
          </a:p>
          <a:p>
            <a:pPr indent="0" lvl="0" marL="0" rtl="0" algn="l">
              <a:spcBef>
                <a:spcPts val="0"/>
              </a:spcBef>
              <a:spcAft>
                <a:spcPts val="0"/>
              </a:spcAft>
              <a:buNone/>
            </a:pPr>
            <a:r>
              <a:t/>
            </a:r>
            <a:endParaRPr sz="1200"/>
          </a:p>
          <a:p>
            <a:pPr indent="0" lvl="0" marL="0" rtl="0" algn="l">
              <a:spcBef>
                <a:spcPts val="0"/>
              </a:spcBef>
              <a:spcAft>
                <a:spcPts val="0"/>
              </a:spcAft>
              <a:buNone/>
            </a:pPr>
            <a:br>
              <a:rPr lang="en" sz="1200"/>
            </a:br>
            <a:endParaRPr sz="1300"/>
          </a:p>
          <a:p>
            <a:pPr indent="0" lvl="0" marL="0" rtl="0" algn="l">
              <a:spcBef>
                <a:spcPts val="0"/>
              </a:spcBef>
              <a:spcAft>
                <a:spcPts val="0"/>
              </a:spcAft>
              <a:buNone/>
            </a:pPr>
            <a:r>
              <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“I hadn’t spoken to him that day. He didn’t come to school, and i had no reason to contact him.”</a:t>
            </a:r>
            <a:endParaRPr sz="1300"/>
          </a:p>
          <a:p>
            <a:pPr indent="0" lvl="0" marL="0" rtl="0" algn="l">
              <a:spcBef>
                <a:spcPts val="0"/>
              </a:spcBef>
              <a:spcAft>
                <a:spcPts val="0"/>
              </a:spcAft>
              <a:buNone/>
            </a:pPr>
            <a:r>
              <a:t/>
            </a:r>
            <a:endParaRPr sz="1300"/>
          </a:p>
        </p:txBody>
      </p:sp>
      <p:pic>
        <p:nvPicPr>
          <p:cNvPr id="121" name="Google Shape;121;p20"/>
          <p:cNvPicPr preferRelativeResize="0"/>
          <p:nvPr/>
        </p:nvPicPr>
        <p:blipFill rotWithShape="1">
          <a:blip r:embed="rId4">
            <a:alphaModFix/>
          </a:blip>
          <a:srcRect b="0" l="28558" r="25975" t="0"/>
          <a:stretch/>
        </p:blipFill>
        <p:spPr>
          <a:xfrm rot="46390">
            <a:off x="5107936" y="285833"/>
            <a:ext cx="693049" cy="1028901"/>
          </a:xfrm>
          <a:prstGeom prst="rect">
            <a:avLst/>
          </a:prstGeom>
          <a:noFill/>
          <a:ln>
            <a:noFill/>
          </a:ln>
        </p:spPr>
      </p:pic>
      <p:sp>
        <p:nvSpPr>
          <p:cNvPr id="122" name="Google Shape;122;p20"/>
          <p:cNvSpPr txBox="1"/>
          <p:nvPr/>
        </p:nvSpPr>
        <p:spPr>
          <a:xfrm>
            <a:off x="5101025" y="4602075"/>
            <a:ext cx="893100" cy="25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u="sng">
                <a:solidFill>
                  <a:srgbClr val="CC0000"/>
                </a:solidFill>
                <a:highlight>
                  <a:srgbClr val="6AA84F"/>
                </a:highlight>
                <a:hlinkClick action="ppaction://hlinksldjump" r:id="rId5">
                  <a:extLst>
                    <a:ext uri="{A12FA001-AC4F-418D-AE19-62706E023703}">
                      <ahyp:hlinkClr val="tx"/>
                    </a:ext>
                  </a:extLst>
                </a:hlinkClick>
              </a:rPr>
              <a:t>Back</a:t>
            </a:r>
            <a:endParaRPr b="1" sz="1300" u="sng">
              <a:solidFill>
                <a:srgbClr val="CC0000"/>
              </a:solidFill>
              <a:highlight>
                <a:srgbClr val="6AA84F"/>
              </a:highlight>
            </a:endParaRPr>
          </a:p>
        </p:txBody>
      </p:sp>
      <p:pic>
        <p:nvPicPr>
          <p:cNvPr id="123" name="Google Shape;123;p20"/>
          <p:cNvPicPr preferRelativeResize="0"/>
          <p:nvPr/>
        </p:nvPicPr>
        <p:blipFill rotWithShape="1">
          <a:blip r:embed="rId6">
            <a:alphaModFix/>
          </a:blip>
          <a:srcRect b="10523" l="0" r="0" t="0"/>
          <a:stretch/>
        </p:blipFill>
        <p:spPr>
          <a:xfrm>
            <a:off x="2760875" y="2393675"/>
            <a:ext cx="981100" cy="1340950"/>
          </a:xfrm>
          <a:prstGeom prst="rect">
            <a:avLst/>
          </a:prstGeom>
          <a:solidFill>
            <a:srgbClr val="FFE599"/>
          </a:solidFill>
          <a:ln>
            <a:noFill/>
          </a:ln>
        </p:spPr>
      </p:pic>
      <p:sp>
        <p:nvSpPr>
          <p:cNvPr id="124" name="Google Shape;124;p20">
            <a:hlinkClick action="ppaction://hlinksldjump" r:id="rId7"/>
          </p:cNvPr>
          <p:cNvSpPr txBox="1"/>
          <p:nvPr/>
        </p:nvSpPr>
        <p:spPr>
          <a:xfrm>
            <a:off x="3998875" y="4602075"/>
            <a:ext cx="1262400" cy="25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u="sng">
                <a:solidFill>
                  <a:srgbClr val="CC0000"/>
                </a:solidFill>
                <a:highlight>
                  <a:srgbClr val="6AA84F"/>
                </a:highlight>
              </a:rPr>
              <a:t>Investigate</a:t>
            </a:r>
            <a:endParaRPr b="1" sz="1300" u="sng">
              <a:solidFill>
                <a:srgbClr val="CC0000"/>
              </a:solidFill>
              <a:highlight>
                <a:srgbClr val="6AA84F"/>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23"/>
                                        </p:tgtEl>
                                        <p:attrNameLst>
                                          <p:attrName>style.visibility</p:attrName>
                                        </p:attrNameLst>
                                      </p:cBhvr>
                                      <p:to>
                                        <p:strVal val="visible"/>
                                      </p:to>
                                    </p:set>
                                    <p:animEffect filter="fade" transition="in">
                                      <p:cBhvr>
                                        <p:cTn dur="1000"/>
                                        <p:tgtEl>
                                          <p:spTgt spid="1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1"/>
          <p:cNvPicPr preferRelativeResize="0"/>
          <p:nvPr/>
        </p:nvPicPr>
        <p:blipFill>
          <a:blip r:embed="rId3">
            <a:alphaModFix/>
          </a:blip>
          <a:stretch>
            <a:fillRect/>
          </a:stretch>
        </p:blipFill>
        <p:spPr>
          <a:xfrm>
            <a:off x="0" y="0"/>
            <a:ext cx="9144001" cy="5143500"/>
          </a:xfrm>
          <a:prstGeom prst="rect">
            <a:avLst/>
          </a:prstGeom>
          <a:noFill/>
          <a:ln>
            <a:noFill/>
          </a:ln>
        </p:spPr>
      </p:pic>
      <p:pic>
        <p:nvPicPr>
          <p:cNvPr id="130" name="Google Shape;130;p21"/>
          <p:cNvPicPr preferRelativeResize="0"/>
          <p:nvPr/>
        </p:nvPicPr>
        <p:blipFill rotWithShape="1">
          <a:blip r:embed="rId4">
            <a:alphaModFix/>
          </a:blip>
          <a:srcRect b="60899" l="0" r="0" t="0"/>
          <a:stretch/>
        </p:blipFill>
        <p:spPr>
          <a:xfrm flipH="1">
            <a:off x="220173" y="1164054"/>
            <a:ext cx="5836877" cy="1443099"/>
          </a:xfrm>
          <a:prstGeom prst="rect">
            <a:avLst/>
          </a:prstGeom>
          <a:noFill/>
          <a:ln>
            <a:noFill/>
          </a:ln>
        </p:spPr>
      </p:pic>
      <p:sp>
        <p:nvSpPr>
          <p:cNvPr id="131" name="Google Shape;131;p21"/>
          <p:cNvSpPr/>
          <p:nvPr/>
        </p:nvSpPr>
        <p:spPr>
          <a:xfrm>
            <a:off x="2958900" y="63850"/>
            <a:ext cx="2647500" cy="1443000"/>
          </a:xfrm>
          <a:prstGeom prst="cloud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Let’s look at the CCTV Footage of Ryan.</a:t>
            </a:r>
            <a:endParaRPr/>
          </a:p>
        </p:txBody>
      </p:sp>
      <p:sp>
        <p:nvSpPr>
          <p:cNvPr id="132" name="Google Shape;132;p21"/>
          <p:cNvSpPr txBox="1"/>
          <p:nvPr/>
        </p:nvSpPr>
        <p:spPr>
          <a:xfrm>
            <a:off x="-592950" y="1654750"/>
            <a:ext cx="794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33" name="Google Shape;133;p21">
            <a:hlinkClick action="ppaction://hlinksldjump" r:id="rId5"/>
          </p:cNvPr>
          <p:cNvSpPr txBox="1"/>
          <p:nvPr/>
        </p:nvSpPr>
        <p:spPr>
          <a:xfrm>
            <a:off x="7804879" y="4667346"/>
            <a:ext cx="1739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u="sng">
                <a:solidFill>
                  <a:srgbClr val="FF0000"/>
                </a:solidFill>
                <a:highlight>
                  <a:srgbClr val="3D85C6"/>
                </a:highlight>
                <a:hlinkClick action="ppaction://hlinkshowjump?jump=nextslide">
                  <a:extLst>
                    <a:ext uri="{A12FA001-AC4F-418D-AE19-62706E023703}">
                      <ahyp:hlinkClr val="tx"/>
                    </a:ext>
                  </a:extLst>
                </a:hlinkClick>
              </a:rPr>
              <a:t>NEXT</a:t>
            </a:r>
            <a:r>
              <a:rPr lang="en" sz="2500" u="sng">
                <a:solidFill>
                  <a:srgbClr val="FF0000"/>
                </a:solidFill>
                <a:highlight>
                  <a:srgbClr val="3D85C6"/>
                </a:highlight>
              </a:rPr>
              <a:t> →</a:t>
            </a:r>
            <a:endParaRPr sz="2500" u="sng">
              <a:solidFill>
                <a:srgbClr val="FF0000"/>
              </a:solidFill>
              <a:highlight>
                <a:srgbClr val="3D85C6"/>
              </a:highlight>
            </a:endParaRPr>
          </a:p>
        </p:txBody>
      </p: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131"/>
                                        </p:tgtEl>
                                        <p:attrNameLst>
                                          <p:attrName>style.visibility</p:attrName>
                                        </p:attrNameLst>
                                      </p:cBhvr>
                                      <p:to>
                                        <p:strVal val="visible"/>
                                      </p:to>
                                    </p:set>
                                    <p:anim calcmode="lin" valueType="num">
                                      <p:cBhvr additive="base">
                                        <p:cTn dur="1500"/>
                                        <p:tgtEl>
                                          <p:spTgt spid="131"/>
                                        </p:tgtEl>
                                        <p:attrNameLst>
                                          <p:attrName>ppt_w</p:attrName>
                                        </p:attrNameLst>
                                      </p:cBhvr>
                                      <p:tavLst>
                                        <p:tav fmla="" tm="0">
                                          <p:val>
                                            <p:strVal val="0"/>
                                          </p:val>
                                        </p:tav>
                                        <p:tav fmla="" tm="100000">
                                          <p:val>
                                            <p:strVal val="#ppt_w"/>
                                          </p:val>
                                        </p:tav>
                                      </p:tavLst>
                                    </p:anim>
                                    <p:anim calcmode="lin" valueType="num">
                                      <p:cBhvr additive="base">
                                        <p:cTn dur="1500"/>
                                        <p:tgtEl>
                                          <p:spTgt spid="131"/>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4000"/>
                                        <p:tgtEl>
                                          <p:spTgt spid="1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9" name="Google Shape;139;p22"/>
          <p:cNvPicPr preferRelativeResize="0"/>
          <p:nvPr/>
        </p:nvPicPr>
        <p:blipFill>
          <a:blip r:embed="rId3">
            <a:alphaModFix/>
          </a:blip>
          <a:stretch>
            <a:fillRect/>
          </a:stretch>
        </p:blipFill>
        <p:spPr>
          <a:xfrm>
            <a:off x="0" y="615650"/>
            <a:ext cx="9143999" cy="4527850"/>
          </a:xfrm>
          <a:prstGeom prst="rect">
            <a:avLst/>
          </a:prstGeom>
          <a:noFill/>
          <a:ln>
            <a:noFill/>
          </a:ln>
        </p:spPr>
      </p:pic>
      <p:sp>
        <p:nvSpPr>
          <p:cNvPr id="140" name="Google Shape;140;p22"/>
          <p:cNvSpPr txBox="1"/>
          <p:nvPr>
            <p:ph type="title"/>
          </p:nvPr>
        </p:nvSpPr>
        <p:spPr>
          <a:xfrm>
            <a:off x="0" y="0"/>
            <a:ext cx="4925100" cy="199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1520"/>
              <a:t>🔴 </a:t>
            </a:r>
            <a:r>
              <a:rPr lang="en" sz="1520"/>
              <a:t>CCTV</a:t>
            </a:r>
            <a:endParaRPr sz="1520"/>
          </a:p>
          <a:p>
            <a:pPr indent="0" lvl="0" marL="0" rtl="0" algn="l">
              <a:spcBef>
                <a:spcPts val="0"/>
              </a:spcBef>
              <a:spcAft>
                <a:spcPts val="0"/>
              </a:spcAft>
              <a:buSzPts val="990"/>
              <a:buNone/>
            </a:pPr>
            <a:r>
              <a:rPr lang="en" sz="1520"/>
              <a:t>LOCATION: </a:t>
            </a:r>
            <a:endParaRPr sz="1520"/>
          </a:p>
          <a:p>
            <a:pPr indent="0" lvl="0" marL="0" rtl="0" algn="l">
              <a:spcBef>
                <a:spcPts val="0"/>
              </a:spcBef>
              <a:spcAft>
                <a:spcPts val="0"/>
              </a:spcAft>
              <a:buSzPts val="990"/>
              <a:buNone/>
            </a:pPr>
            <a:r>
              <a:rPr lang="en" sz="1520"/>
              <a:t>WEST STREET SHOP </a:t>
            </a:r>
            <a:endParaRPr sz="1520"/>
          </a:p>
          <a:p>
            <a:pPr indent="0" lvl="0" marL="0" rtl="0" algn="l">
              <a:spcBef>
                <a:spcPts val="0"/>
              </a:spcBef>
              <a:spcAft>
                <a:spcPts val="0"/>
              </a:spcAft>
              <a:buSzPts val="990"/>
              <a:buNone/>
            </a:pPr>
            <a:r>
              <a:rPr lang="en" sz="1520"/>
              <a:t>TIME: 9:05 </a:t>
            </a:r>
            <a:endParaRPr sz="1520"/>
          </a:p>
          <a:p>
            <a:pPr indent="0" lvl="0" marL="0" rtl="0" algn="l">
              <a:spcBef>
                <a:spcPts val="0"/>
              </a:spcBef>
              <a:spcAft>
                <a:spcPts val="0"/>
              </a:spcAft>
              <a:buSzPts val="990"/>
              <a:buNone/>
            </a:pPr>
            <a:r>
              <a:rPr lang="en" sz="1520"/>
              <a:t>SUBJECT: RYAN</a:t>
            </a:r>
            <a:endParaRPr sz="1520"/>
          </a:p>
        </p:txBody>
      </p:sp>
      <p:sp>
        <p:nvSpPr>
          <p:cNvPr id="141" name="Google Shape;141;p22">
            <a:hlinkClick action="ppaction://hlinksldjump" r:id="rId4"/>
          </p:cNvPr>
          <p:cNvSpPr txBox="1"/>
          <p:nvPr/>
        </p:nvSpPr>
        <p:spPr>
          <a:xfrm>
            <a:off x="7804879" y="4667346"/>
            <a:ext cx="1739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u="sng">
                <a:solidFill>
                  <a:srgbClr val="FF0000"/>
                </a:solidFill>
                <a:highlight>
                  <a:srgbClr val="3D85C6"/>
                </a:highlight>
                <a:hlinkClick action="ppaction://hlinkshowjump?jump=nextslide">
                  <a:extLst>
                    <a:ext uri="{A12FA001-AC4F-418D-AE19-62706E023703}">
                      <ahyp:hlinkClr val="tx"/>
                    </a:ext>
                  </a:extLst>
                </a:hlinkClick>
              </a:rPr>
              <a:t>NEXT</a:t>
            </a:r>
            <a:r>
              <a:rPr lang="en" sz="2500" u="sng">
                <a:solidFill>
                  <a:srgbClr val="FF0000"/>
                </a:solidFill>
                <a:highlight>
                  <a:srgbClr val="3D85C6"/>
                </a:highlight>
              </a:rPr>
              <a:t> →</a:t>
            </a:r>
            <a:endParaRPr sz="2500" u="sng">
              <a:solidFill>
                <a:srgbClr val="FF0000"/>
              </a:solidFill>
              <a:highlight>
                <a:srgbClr val="3D85C6"/>
              </a:highlight>
            </a:endParaRPr>
          </a:p>
        </p:txBody>
      </p:sp>
      <p:pic>
        <p:nvPicPr>
          <p:cNvPr id="142" name="Google Shape;142;p22"/>
          <p:cNvPicPr preferRelativeResize="0"/>
          <p:nvPr/>
        </p:nvPicPr>
        <p:blipFill>
          <a:blip r:embed="rId5">
            <a:alphaModFix/>
          </a:blip>
          <a:stretch>
            <a:fillRect/>
          </a:stretch>
        </p:blipFill>
        <p:spPr>
          <a:xfrm>
            <a:off x="3955425" y="3886500"/>
            <a:ext cx="1077750" cy="1077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xit" presetID="2" presetSubtype="8">
                                  <p:stCondLst>
                                    <p:cond delay="0"/>
                                  </p:stCondLst>
                                  <p:childTnLst>
                                    <p:anim calcmode="lin" valueType="num">
                                      <p:cBhvr additive="base">
                                        <p:cTn dur="5000"/>
                                        <p:tgtEl>
                                          <p:spTgt spid="142"/>
                                        </p:tgtEl>
                                        <p:attrNameLst>
                                          <p:attrName>ppt_x</p:attrName>
                                        </p:attrNameLst>
                                      </p:cBhvr>
                                      <p:tavLst>
                                        <p:tav fmla="" tm="0">
                                          <p:val>
                                            <p:strVal val="#ppt_x"/>
                                          </p:val>
                                        </p:tav>
                                        <p:tav fmla="" tm="100000">
                                          <p:val>
                                            <p:strVal val="#ppt_x-1"/>
                                          </p:val>
                                        </p:tav>
                                      </p:tavLst>
                                    </p:anim>
                                    <p:set>
                                      <p:cBhvr>
                                        <p:cTn dur="1" fill="hold">
                                          <p:stCondLst>
                                            <p:cond delay="5000"/>
                                          </p:stCondLst>
                                        </p:cTn>
                                        <p:tgtEl>
                                          <p:spTgt spid="14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23"/>
          <p:cNvPicPr preferRelativeResize="0"/>
          <p:nvPr/>
        </p:nvPicPr>
        <p:blipFill>
          <a:blip r:embed="rId3">
            <a:alphaModFix/>
          </a:blip>
          <a:stretch>
            <a:fillRect/>
          </a:stretch>
        </p:blipFill>
        <p:spPr>
          <a:xfrm>
            <a:off x="0" y="0"/>
            <a:ext cx="9144001" cy="5143500"/>
          </a:xfrm>
          <a:prstGeom prst="rect">
            <a:avLst/>
          </a:prstGeom>
          <a:noFill/>
          <a:ln>
            <a:noFill/>
          </a:ln>
        </p:spPr>
      </p:pic>
      <p:pic>
        <p:nvPicPr>
          <p:cNvPr id="148" name="Google Shape;148;p23"/>
          <p:cNvPicPr preferRelativeResize="0"/>
          <p:nvPr/>
        </p:nvPicPr>
        <p:blipFill rotWithShape="1">
          <a:blip r:embed="rId4">
            <a:alphaModFix/>
          </a:blip>
          <a:srcRect b="60899" l="0" r="0" t="0"/>
          <a:stretch/>
        </p:blipFill>
        <p:spPr>
          <a:xfrm flipH="1">
            <a:off x="220173" y="1164054"/>
            <a:ext cx="5836877" cy="1443099"/>
          </a:xfrm>
          <a:prstGeom prst="rect">
            <a:avLst/>
          </a:prstGeom>
          <a:noFill/>
          <a:ln>
            <a:noFill/>
          </a:ln>
        </p:spPr>
      </p:pic>
      <p:sp>
        <p:nvSpPr>
          <p:cNvPr id="149" name="Google Shape;149;p23"/>
          <p:cNvSpPr/>
          <p:nvPr/>
        </p:nvSpPr>
        <p:spPr>
          <a:xfrm>
            <a:off x="2958900" y="63850"/>
            <a:ext cx="2647500" cy="1443000"/>
          </a:xfrm>
          <a:prstGeom prst="cloud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Hmm… why did he lie? He left at 9:05 and said that he left at 8:30. Let me write it down.</a:t>
            </a:r>
            <a:endParaRPr/>
          </a:p>
        </p:txBody>
      </p:sp>
      <p:sp>
        <p:nvSpPr>
          <p:cNvPr id="150" name="Google Shape;150;p23"/>
          <p:cNvSpPr txBox="1"/>
          <p:nvPr/>
        </p:nvSpPr>
        <p:spPr>
          <a:xfrm>
            <a:off x="-592950" y="1654750"/>
            <a:ext cx="794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51" name="Google Shape;151;p23">
            <a:hlinkClick action="ppaction://hlinksldjump" r:id="rId5"/>
          </p:cNvPr>
          <p:cNvSpPr txBox="1"/>
          <p:nvPr/>
        </p:nvSpPr>
        <p:spPr>
          <a:xfrm>
            <a:off x="7804879" y="4667346"/>
            <a:ext cx="1739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u="sng">
                <a:solidFill>
                  <a:srgbClr val="FF0000"/>
                </a:solidFill>
                <a:highlight>
                  <a:srgbClr val="3D85C6"/>
                </a:highlight>
              </a:rPr>
              <a:t>Back</a:t>
            </a:r>
            <a:r>
              <a:rPr lang="en" sz="2500" u="sng">
                <a:solidFill>
                  <a:srgbClr val="FF0000"/>
                </a:solidFill>
                <a:highlight>
                  <a:srgbClr val="3D85C6"/>
                </a:highlight>
              </a:rPr>
              <a:t>→</a:t>
            </a:r>
            <a:endParaRPr sz="2500" u="sng">
              <a:solidFill>
                <a:srgbClr val="FF0000"/>
              </a:solidFill>
              <a:highlight>
                <a:srgbClr val="3D85C6"/>
              </a:highlight>
            </a:endParaRPr>
          </a:p>
        </p:txBody>
      </p: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149"/>
                                        </p:tgtEl>
                                        <p:attrNameLst>
                                          <p:attrName>style.visibility</p:attrName>
                                        </p:attrNameLst>
                                      </p:cBhvr>
                                      <p:to>
                                        <p:strVal val="visible"/>
                                      </p:to>
                                    </p:set>
                                    <p:anim calcmode="lin" valueType="num">
                                      <p:cBhvr additive="base">
                                        <p:cTn dur="1500"/>
                                        <p:tgtEl>
                                          <p:spTgt spid="149"/>
                                        </p:tgtEl>
                                        <p:attrNameLst>
                                          <p:attrName>ppt_w</p:attrName>
                                        </p:attrNameLst>
                                      </p:cBhvr>
                                      <p:tavLst>
                                        <p:tav fmla="" tm="0">
                                          <p:val>
                                            <p:strVal val="0"/>
                                          </p:val>
                                        </p:tav>
                                        <p:tav fmla="" tm="100000">
                                          <p:val>
                                            <p:strVal val="#ppt_w"/>
                                          </p:val>
                                        </p:tav>
                                      </p:tavLst>
                                    </p:anim>
                                    <p:anim calcmode="lin" valueType="num">
                                      <p:cBhvr additive="base">
                                        <p:cTn dur="1500"/>
                                        <p:tgtEl>
                                          <p:spTgt spid="149"/>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4000"/>
                                        <p:tgtEl>
                                          <p:spTgt spid="1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5" name="Shape 155"/>
        <p:cNvGrpSpPr/>
        <p:nvPr/>
      </p:nvGrpSpPr>
      <p:grpSpPr>
        <a:xfrm>
          <a:off x="0" y="0"/>
          <a:ext cx="0" cy="0"/>
          <a:chOff x="0" y="0"/>
          <a:chExt cx="0" cy="0"/>
        </a:xfrm>
      </p:grpSpPr>
      <p:pic>
        <p:nvPicPr>
          <p:cNvPr id="156" name="Google Shape;156;p24"/>
          <p:cNvPicPr preferRelativeResize="0"/>
          <p:nvPr/>
        </p:nvPicPr>
        <p:blipFill rotWithShape="1">
          <a:blip r:embed="rId4">
            <a:alphaModFix/>
          </a:blip>
          <a:srcRect b="0" l="40342" r="39720" t="0"/>
          <a:stretch/>
        </p:blipFill>
        <p:spPr>
          <a:xfrm>
            <a:off x="5084300" y="3848625"/>
            <a:ext cx="376525" cy="1194175"/>
          </a:xfrm>
          <a:prstGeom prst="rect">
            <a:avLst/>
          </a:prstGeom>
          <a:noFill/>
          <a:ln>
            <a:noFill/>
          </a:ln>
        </p:spPr>
      </p:pic>
      <p:pic>
        <p:nvPicPr>
          <p:cNvPr id="157" name="Google Shape;157;p24"/>
          <p:cNvPicPr preferRelativeResize="0"/>
          <p:nvPr/>
        </p:nvPicPr>
        <p:blipFill>
          <a:blip r:embed="rId5">
            <a:alphaModFix/>
          </a:blip>
          <a:stretch>
            <a:fillRect/>
          </a:stretch>
        </p:blipFill>
        <p:spPr>
          <a:xfrm>
            <a:off x="5534050" y="3802763"/>
            <a:ext cx="1028700" cy="1285875"/>
          </a:xfrm>
          <a:prstGeom prst="rect">
            <a:avLst/>
          </a:prstGeom>
          <a:noFill/>
          <a:ln>
            <a:noFill/>
          </a:ln>
        </p:spPr>
      </p:pic>
      <p:sp>
        <p:nvSpPr>
          <p:cNvPr id="158" name="Google Shape;158;p24"/>
          <p:cNvSpPr/>
          <p:nvPr/>
        </p:nvSpPr>
        <p:spPr>
          <a:xfrm>
            <a:off x="5351400" y="2359775"/>
            <a:ext cx="2647500" cy="1443000"/>
          </a:xfrm>
          <a:prstGeom prst="cloud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 heard an </a:t>
            </a:r>
            <a:r>
              <a:rPr lang="en"/>
              <a:t>argument</a:t>
            </a:r>
            <a:r>
              <a:rPr lang="en"/>
              <a:t> so I went near the window and so Ryan leaving.</a:t>
            </a:r>
            <a:endParaRPr/>
          </a:p>
        </p:txBody>
      </p:sp>
      <p:sp>
        <p:nvSpPr>
          <p:cNvPr id="159" name="Google Shape;159;p24">
            <a:hlinkClick action="ppaction://hlinksldjump" r:id="rId6"/>
          </p:cNvPr>
          <p:cNvSpPr txBox="1"/>
          <p:nvPr/>
        </p:nvSpPr>
        <p:spPr>
          <a:xfrm>
            <a:off x="7804879" y="4667346"/>
            <a:ext cx="1739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u="sng">
                <a:solidFill>
                  <a:srgbClr val="FF0000"/>
                </a:solidFill>
                <a:highlight>
                  <a:srgbClr val="3D85C6"/>
                </a:highlight>
              </a:rPr>
              <a:t>Next</a:t>
            </a:r>
            <a:r>
              <a:rPr lang="en" sz="2500" u="sng">
                <a:solidFill>
                  <a:srgbClr val="FF0000"/>
                </a:solidFill>
                <a:highlight>
                  <a:srgbClr val="3D85C6"/>
                </a:highlight>
              </a:rPr>
              <a:t>→</a:t>
            </a:r>
            <a:endParaRPr sz="2500" u="sng">
              <a:solidFill>
                <a:srgbClr val="FF0000"/>
              </a:solidFill>
              <a:highlight>
                <a:srgbClr val="3D85C6"/>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8">
                                  <p:stCondLst>
                                    <p:cond delay="0"/>
                                  </p:stCondLst>
                                  <p:childTnLst>
                                    <p:set>
                                      <p:cBhvr>
                                        <p:cTn dur="1" fill="hold">
                                          <p:stCondLst>
                                            <p:cond delay="0"/>
                                          </p:stCondLst>
                                        </p:cTn>
                                        <p:tgtEl>
                                          <p:spTgt spid="156"/>
                                        </p:tgtEl>
                                        <p:attrNameLst>
                                          <p:attrName>style.visibility</p:attrName>
                                        </p:attrNameLst>
                                      </p:cBhvr>
                                      <p:to>
                                        <p:strVal val="visible"/>
                                      </p:to>
                                    </p:set>
                                    <p:anim calcmode="lin" valueType="num">
                                      <p:cBhvr additive="base">
                                        <p:cTn dur="2500"/>
                                        <p:tgtEl>
                                          <p:spTgt spid="156"/>
                                        </p:tgtEl>
                                        <p:attrNameLst>
                                          <p:attrName>ppt_x</p:attrName>
                                        </p:attrNameLst>
                                      </p:cBhvr>
                                      <p:tavLst>
                                        <p:tav fmla="" tm="0">
                                          <p:val>
                                            <p:strVal val="#ppt_x-1"/>
                                          </p:val>
                                        </p:tav>
                                        <p:tav fmla="" tm="100000">
                                          <p:val>
                                            <p:strVal val="#ppt_x"/>
                                          </p:val>
                                        </p:tav>
                                      </p:tavLst>
                                    </p:anim>
                                  </p:childTnLst>
                                </p:cTn>
                              </p:par>
                            </p:childTnLst>
                          </p:cTn>
                        </p:par>
                        <p:par>
                          <p:cTn fill="hold">
                            <p:stCondLst>
                              <p:cond delay="2500"/>
                            </p:stCondLst>
                            <p:childTnLst>
                              <p:par>
                                <p:cTn fill="hold" nodeType="afterEffect" presetClass="entr" presetID="2" presetSubtype="4">
                                  <p:stCondLst>
                                    <p:cond delay="0"/>
                                  </p:stCondLst>
                                  <p:childTnLst>
                                    <p:set>
                                      <p:cBhvr>
                                        <p:cTn dur="1" fill="hold">
                                          <p:stCondLst>
                                            <p:cond delay="0"/>
                                          </p:stCondLst>
                                        </p:cTn>
                                        <p:tgtEl>
                                          <p:spTgt spid="158"/>
                                        </p:tgtEl>
                                        <p:attrNameLst>
                                          <p:attrName>style.visibility</p:attrName>
                                        </p:attrNameLst>
                                      </p:cBhvr>
                                      <p:to>
                                        <p:strVal val="visible"/>
                                      </p:to>
                                    </p:set>
                                    <p:anim calcmode="lin" valueType="num">
                                      <p:cBhvr additive="base">
                                        <p:cTn dur="1000"/>
                                        <p:tgtEl>
                                          <p:spTgt spid="15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65" name="Google Shape;165;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6" name="Google Shape;166;p25"/>
          <p:cNvPicPr preferRelativeResize="0"/>
          <p:nvPr/>
        </p:nvPicPr>
        <p:blipFill>
          <a:blip r:embed="rId3">
            <a:alphaModFix/>
          </a:blip>
          <a:stretch>
            <a:fillRect/>
          </a:stretch>
        </p:blipFill>
        <p:spPr>
          <a:xfrm>
            <a:off x="0" y="0"/>
            <a:ext cx="9144001" cy="5143500"/>
          </a:xfrm>
          <a:prstGeom prst="rect">
            <a:avLst/>
          </a:prstGeom>
          <a:noFill/>
          <a:ln>
            <a:noFill/>
          </a:ln>
        </p:spPr>
      </p:pic>
      <p:pic>
        <p:nvPicPr>
          <p:cNvPr id="167" name="Google Shape;167;p25"/>
          <p:cNvPicPr preferRelativeResize="0"/>
          <p:nvPr/>
        </p:nvPicPr>
        <p:blipFill rotWithShape="1">
          <a:blip r:embed="rId4">
            <a:alphaModFix/>
          </a:blip>
          <a:srcRect b="60899" l="0" r="0" t="0"/>
          <a:stretch/>
        </p:blipFill>
        <p:spPr>
          <a:xfrm flipH="1">
            <a:off x="220173" y="1164054"/>
            <a:ext cx="5836877" cy="1443099"/>
          </a:xfrm>
          <a:prstGeom prst="rect">
            <a:avLst/>
          </a:prstGeom>
          <a:noFill/>
          <a:ln>
            <a:noFill/>
          </a:ln>
        </p:spPr>
      </p:pic>
      <p:sp>
        <p:nvSpPr>
          <p:cNvPr id="168" name="Google Shape;168;p25"/>
          <p:cNvSpPr/>
          <p:nvPr/>
        </p:nvSpPr>
        <p:spPr>
          <a:xfrm>
            <a:off x="2958900" y="63850"/>
            <a:ext cx="2647500" cy="1443000"/>
          </a:xfrm>
          <a:prstGeom prst="cloud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Hmm… why didn’t she first admit that she saw Ryan leaving? Let me write it down too.</a:t>
            </a:r>
            <a:endParaRPr/>
          </a:p>
        </p:txBody>
      </p:sp>
      <p:sp>
        <p:nvSpPr>
          <p:cNvPr id="169" name="Google Shape;169;p25"/>
          <p:cNvSpPr txBox="1"/>
          <p:nvPr/>
        </p:nvSpPr>
        <p:spPr>
          <a:xfrm>
            <a:off x="-592950" y="1654750"/>
            <a:ext cx="794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70" name="Google Shape;170;p25">
            <a:hlinkClick action="ppaction://hlinksldjump" r:id="rId5"/>
          </p:cNvPr>
          <p:cNvSpPr txBox="1"/>
          <p:nvPr/>
        </p:nvSpPr>
        <p:spPr>
          <a:xfrm>
            <a:off x="7804879" y="4667346"/>
            <a:ext cx="1739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u="sng">
                <a:solidFill>
                  <a:srgbClr val="FF0000"/>
                </a:solidFill>
                <a:highlight>
                  <a:srgbClr val="3D85C6"/>
                </a:highlight>
              </a:rPr>
              <a:t>Back→</a:t>
            </a:r>
            <a:endParaRPr sz="2500" u="sng">
              <a:solidFill>
                <a:srgbClr val="FF0000"/>
              </a:solidFill>
              <a:highlight>
                <a:srgbClr val="3D85C6"/>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168"/>
                                        </p:tgtEl>
                                        <p:attrNameLst>
                                          <p:attrName>style.visibility</p:attrName>
                                        </p:attrNameLst>
                                      </p:cBhvr>
                                      <p:to>
                                        <p:strVal val="visible"/>
                                      </p:to>
                                    </p:set>
                                    <p:anim calcmode="lin" valueType="num">
                                      <p:cBhvr additive="base">
                                        <p:cTn dur="1000"/>
                                        <p:tgtEl>
                                          <p:spTgt spid="168"/>
                                        </p:tgtEl>
                                        <p:attrNameLst>
                                          <p:attrName>ppt_w</p:attrName>
                                        </p:attrNameLst>
                                      </p:cBhvr>
                                      <p:tavLst>
                                        <p:tav fmla="" tm="0">
                                          <p:val>
                                            <p:strVal val="0"/>
                                          </p:val>
                                        </p:tav>
                                        <p:tav fmla="" tm="100000">
                                          <p:val>
                                            <p:strVal val="#ppt_w"/>
                                          </p:val>
                                        </p:tav>
                                      </p:tavLst>
                                    </p:anim>
                                    <p:anim calcmode="lin" valueType="num">
                                      <p:cBhvr additive="base">
                                        <p:cTn dur="1000"/>
                                        <p:tgtEl>
                                          <p:spTgt spid="16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76" name="Google Shape;176;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7" name="Google Shape;177;p26"/>
          <p:cNvPicPr preferRelativeResize="0"/>
          <p:nvPr/>
        </p:nvPicPr>
        <p:blipFill>
          <a:blip r:embed="rId3">
            <a:alphaModFix/>
          </a:blip>
          <a:stretch>
            <a:fillRect/>
          </a:stretch>
        </p:blipFill>
        <p:spPr>
          <a:xfrm>
            <a:off x="0" y="615650"/>
            <a:ext cx="9143999" cy="4527850"/>
          </a:xfrm>
          <a:prstGeom prst="rect">
            <a:avLst/>
          </a:prstGeom>
          <a:noFill/>
          <a:ln>
            <a:noFill/>
          </a:ln>
        </p:spPr>
      </p:pic>
      <p:sp>
        <p:nvSpPr>
          <p:cNvPr id="178" name="Google Shape;178;p26"/>
          <p:cNvSpPr txBox="1"/>
          <p:nvPr>
            <p:ph type="title"/>
          </p:nvPr>
        </p:nvSpPr>
        <p:spPr>
          <a:xfrm>
            <a:off x="0" y="0"/>
            <a:ext cx="4925100" cy="199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1520"/>
              <a:t>🔴 CCTV</a:t>
            </a:r>
            <a:endParaRPr sz="1520"/>
          </a:p>
          <a:p>
            <a:pPr indent="0" lvl="0" marL="0" rtl="0" algn="l">
              <a:spcBef>
                <a:spcPts val="0"/>
              </a:spcBef>
              <a:spcAft>
                <a:spcPts val="0"/>
              </a:spcAft>
              <a:buSzPts val="990"/>
              <a:buNone/>
            </a:pPr>
            <a:r>
              <a:rPr lang="en" sz="1520"/>
              <a:t>LOCATION: </a:t>
            </a:r>
            <a:endParaRPr sz="1520"/>
          </a:p>
          <a:p>
            <a:pPr indent="0" lvl="0" marL="0" rtl="0" algn="l">
              <a:spcBef>
                <a:spcPts val="0"/>
              </a:spcBef>
              <a:spcAft>
                <a:spcPts val="0"/>
              </a:spcAft>
              <a:buSzPts val="990"/>
              <a:buNone/>
            </a:pPr>
            <a:r>
              <a:rPr lang="en" sz="1520"/>
              <a:t>WEST STREET SHOP </a:t>
            </a:r>
            <a:endParaRPr sz="1520"/>
          </a:p>
          <a:p>
            <a:pPr indent="0" lvl="0" marL="0" rtl="0" algn="l">
              <a:spcBef>
                <a:spcPts val="0"/>
              </a:spcBef>
              <a:spcAft>
                <a:spcPts val="0"/>
              </a:spcAft>
              <a:buSzPts val="990"/>
              <a:buNone/>
            </a:pPr>
            <a:r>
              <a:rPr lang="en" sz="1520"/>
              <a:t>TIME: 09:18 </a:t>
            </a:r>
            <a:endParaRPr sz="1520"/>
          </a:p>
          <a:p>
            <a:pPr indent="0" lvl="0" marL="0" rtl="0" algn="l">
              <a:spcBef>
                <a:spcPts val="0"/>
              </a:spcBef>
              <a:spcAft>
                <a:spcPts val="0"/>
              </a:spcAft>
              <a:buSzPts val="990"/>
              <a:buNone/>
            </a:pPr>
            <a:r>
              <a:rPr lang="en" sz="1520"/>
              <a:t>SUBJECT: MR. BLAKE</a:t>
            </a:r>
            <a:endParaRPr sz="1520"/>
          </a:p>
        </p:txBody>
      </p:sp>
      <p:sp>
        <p:nvSpPr>
          <p:cNvPr id="179" name="Google Shape;179;p26">
            <a:hlinkClick action="ppaction://hlinksldjump" r:id="rId4"/>
          </p:cNvPr>
          <p:cNvSpPr txBox="1"/>
          <p:nvPr/>
        </p:nvSpPr>
        <p:spPr>
          <a:xfrm>
            <a:off x="7804879" y="4667346"/>
            <a:ext cx="1739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u="sng">
                <a:solidFill>
                  <a:srgbClr val="FF0000"/>
                </a:solidFill>
                <a:highlight>
                  <a:srgbClr val="3D85C6"/>
                </a:highlight>
                <a:hlinkClick action="ppaction://hlinkshowjump?jump=nextslide">
                  <a:extLst>
                    <a:ext uri="{A12FA001-AC4F-418D-AE19-62706E023703}">
                      <ahyp:hlinkClr val="tx"/>
                    </a:ext>
                  </a:extLst>
                </a:hlinkClick>
              </a:rPr>
              <a:t>NEXT</a:t>
            </a:r>
            <a:r>
              <a:rPr lang="en" sz="2500" u="sng">
                <a:solidFill>
                  <a:srgbClr val="FF0000"/>
                </a:solidFill>
                <a:highlight>
                  <a:srgbClr val="3D85C6"/>
                </a:highlight>
              </a:rPr>
              <a:t> →</a:t>
            </a:r>
            <a:endParaRPr sz="2500" u="sng">
              <a:solidFill>
                <a:srgbClr val="FF0000"/>
              </a:solidFill>
              <a:highlight>
                <a:srgbClr val="3D85C6"/>
              </a:highlight>
            </a:endParaRPr>
          </a:p>
        </p:txBody>
      </p:sp>
      <p:pic>
        <p:nvPicPr>
          <p:cNvPr id="180" name="Google Shape;180;p26"/>
          <p:cNvPicPr preferRelativeResize="0"/>
          <p:nvPr/>
        </p:nvPicPr>
        <p:blipFill>
          <a:blip r:embed="rId5">
            <a:alphaModFix/>
          </a:blip>
          <a:stretch>
            <a:fillRect/>
          </a:stretch>
        </p:blipFill>
        <p:spPr>
          <a:xfrm>
            <a:off x="2553325" y="4568874"/>
            <a:ext cx="1462213" cy="492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xit" presetID="2" presetSubtype="2">
                                  <p:stCondLst>
                                    <p:cond delay="0"/>
                                  </p:stCondLst>
                                  <p:childTnLst>
                                    <p:anim calcmode="lin" valueType="num">
                                      <p:cBhvr additive="base">
                                        <p:cTn dur="5000"/>
                                        <p:tgtEl>
                                          <p:spTgt spid="180"/>
                                        </p:tgtEl>
                                        <p:attrNameLst>
                                          <p:attrName>ppt_x</p:attrName>
                                        </p:attrNameLst>
                                      </p:cBhvr>
                                      <p:tavLst>
                                        <p:tav fmla="" tm="0">
                                          <p:val>
                                            <p:strVal val="#ppt_x"/>
                                          </p:val>
                                        </p:tav>
                                        <p:tav fmla="" tm="100000">
                                          <p:val>
                                            <p:strVal val="#ppt_x+1"/>
                                          </p:val>
                                        </p:tav>
                                      </p:tavLst>
                                    </p:anim>
                                    <p:set>
                                      <p:cBhvr>
                                        <p:cTn dur="1" fill="hold">
                                          <p:stCondLst>
                                            <p:cond delay="5000"/>
                                          </p:stCondLst>
                                        </p:cTn>
                                        <p:tgtEl>
                                          <p:spTgt spid="18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86" name="Google Shape;186;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7" name="Google Shape;187;p27"/>
          <p:cNvPicPr preferRelativeResize="0"/>
          <p:nvPr/>
        </p:nvPicPr>
        <p:blipFill>
          <a:blip r:embed="rId3">
            <a:alphaModFix/>
          </a:blip>
          <a:stretch>
            <a:fillRect/>
          </a:stretch>
        </p:blipFill>
        <p:spPr>
          <a:xfrm>
            <a:off x="0" y="0"/>
            <a:ext cx="9144001" cy="5143500"/>
          </a:xfrm>
          <a:prstGeom prst="rect">
            <a:avLst/>
          </a:prstGeom>
          <a:noFill/>
          <a:ln>
            <a:noFill/>
          </a:ln>
        </p:spPr>
      </p:pic>
      <p:pic>
        <p:nvPicPr>
          <p:cNvPr id="188" name="Google Shape;188;p27"/>
          <p:cNvPicPr preferRelativeResize="0"/>
          <p:nvPr/>
        </p:nvPicPr>
        <p:blipFill rotWithShape="1">
          <a:blip r:embed="rId4">
            <a:alphaModFix/>
          </a:blip>
          <a:srcRect b="60899" l="0" r="0" t="0"/>
          <a:stretch/>
        </p:blipFill>
        <p:spPr>
          <a:xfrm flipH="1">
            <a:off x="220173" y="1164054"/>
            <a:ext cx="5836877" cy="1443099"/>
          </a:xfrm>
          <a:prstGeom prst="rect">
            <a:avLst/>
          </a:prstGeom>
          <a:noFill/>
          <a:ln>
            <a:noFill/>
          </a:ln>
        </p:spPr>
      </p:pic>
      <p:sp>
        <p:nvSpPr>
          <p:cNvPr id="189" name="Google Shape;189;p27"/>
          <p:cNvSpPr/>
          <p:nvPr/>
        </p:nvSpPr>
        <p:spPr>
          <a:xfrm>
            <a:off x="2958900" y="63850"/>
            <a:ext cx="2647500" cy="1443000"/>
          </a:xfrm>
          <a:prstGeom prst="cloud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t>Hmm… that was Mr. Blake’s car leaving at 9:18, why did he lie that </a:t>
            </a:r>
            <a:r>
              <a:rPr lang="en" sz="1100"/>
              <a:t>he didn’t talk to him? Let me write it down.</a:t>
            </a:r>
            <a:endParaRPr sz="1100"/>
          </a:p>
        </p:txBody>
      </p:sp>
      <p:sp>
        <p:nvSpPr>
          <p:cNvPr id="190" name="Google Shape;190;p27"/>
          <p:cNvSpPr txBox="1"/>
          <p:nvPr/>
        </p:nvSpPr>
        <p:spPr>
          <a:xfrm>
            <a:off x="-592950" y="1654750"/>
            <a:ext cx="794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91" name="Google Shape;191;p27">
            <a:hlinkClick action="ppaction://hlinksldjump" r:id="rId5"/>
          </p:cNvPr>
          <p:cNvSpPr txBox="1"/>
          <p:nvPr/>
        </p:nvSpPr>
        <p:spPr>
          <a:xfrm>
            <a:off x="7804879" y="4667346"/>
            <a:ext cx="1739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u="sng">
                <a:solidFill>
                  <a:srgbClr val="FF0000"/>
                </a:solidFill>
                <a:highlight>
                  <a:srgbClr val="3D85C6"/>
                </a:highlight>
              </a:rPr>
              <a:t>Next</a:t>
            </a:r>
            <a:r>
              <a:rPr lang="en" sz="2500" u="sng">
                <a:solidFill>
                  <a:srgbClr val="FF0000"/>
                </a:solidFill>
                <a:highlight>
                  <a:srgbClr val="3D85C6"/>
                </a:highlight>
              </a:rPr>
              <a:t>→</a:t>
            </a:r>
            <a:endParaRPr sz="2500" u="sng">
              <a:solidFill>
                <a:srgbClr val="FF0000"/>
              </a:solidFill>
              <a:highlight>
                <a:srgbClr val="3D85C6"/>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189"/>
                                        </p:tgtEl>
                                        <p:attrNameLst>
                                          <p:attrName>style.visibility</p:attrName>
                                        </p:attrNameLst>
                                      </p:cBhvr>
                                      <p:to>
                                        <p:strVal val="visible"/>
                                      </p:to>
                                    </p:set>
                                    <p:anim calcmode="lin" valueType="num">
                                      <p:cBhvr additive="base">
                                        <p:cTn dur="1000"/>
                                        <p:tgtEl>
                                          <p:spTgt spid="189"/>
                                        </p:tgtEl>
                                        <p:attrNameLst>
                                          <p:attrName>ppt_w</p:attrName>
                                        </p:attrNameLst>
                                      </p:cBhvr>
                                      <p:tavLst>
                                        <p:tav fmla="" tm="0">
                                          <p:val>
                                            <p:strVal val="0"/>
                                          </p:val>
                                        </p:tav>
                                        <p:tav fmla="" tm="100000">
                                          <p:val>
                                            <p:strVal val="#ppt_w"/>
                                          </p:val>
                                        </p:tav>
                                      </p:tavLst>
                                    </p:anim>
                                    <p:anim calcmode="lin" valueType="num">
                                      <p:cBhvr additive="base">
                                        <p:cTn dur="1000"/>
                                        <p:tgtEl>
                                          <p:spTgt spid="18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97" name="Google Shape;197;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98" name="Google Shape;198;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99" name="Google Shape;199;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00" name="Google Shape;200;p28"/>
          <p:cNvPicPr preferRelativeResize="0"/>
          <p:nvPr/>
        </p:nvPicPr>
        <p:blipFill>
          <a:blip r:embed="rId3">
            <a:alphaModFix/>
          </a:blip>
          <a:stretch>
            <a:fillRect/>
          </a:stretch>
        </p:blipFill>
        <p:spPr>
          <a:xfrm>
            <a:off x="0" y="0"/>
            <a:ext cx="9144001" cy="5143500"/>
          </a:xfrm>
          <a:prstGeom prst="rect">
            <a:avLst/>
          </a:prstGeom>
          <a:noFill/>
          <a:ln>
            <a:noFill/>
          </a:ln>
        </p:spPr>
      </p:pic>
      <p:pic>
        <p:nvPicPr>
          <p:cNvPr id="201" name="Google Shape;201;p28"/>
          <p:cNvPicPr preferRelativeResize="0"/>
          <p:nvPr/>
        </p:nvPicPr>
        <p:blipFill rotWithShape="1">
          <a:blip r:embed="rId4">
            <a:alphaModFix/>
          </a:blip>
          <a:srcRect b="60899" l="0" r="0" t="0"/>
          <a:stretch/>
        </p:blipFill>
        <p:spPr>
          <a:xfrm flipH="1">
            <a:off x="220173" y="1164054"/>
            <a:ext cx="5836877" cy="1443099"/>
          </a:xfrm>
          <a:prstGeom prst="rect">
            <a:avLst/>
          </a:prstGeom>
          <a:noFill/>
          <a:ln>
            <a:noFill/>
          </a:ln>
        </p:spPr>
      </p:pic>
      <p:sp>
        <p:nvSpPr>
          <p:cNvPr id="202" name="Google Shape;202;p28"/>
          <p:cNvSpPr/>
          <p:nvPr/>
        </p:nvSpPr>
        <p:spPr>
          <a:xfrm>
            <a:off x="2958900" y="63850"/>
            <a:ext cx="2647500" cy="1443000"/>
          </a:xfrm>
          <a:prstGeom prst="cloud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t>Every statements and contradictions have been compiled. Let’s see what I wrote!</a:t>
            </a:r>
            <a:endParaRPr sz="1100"/>
          </a:p>
        </p:txBody>
      </p:sp>
      <p:sp>
        <p:nvSpPr>
          <p:cNvPr id="203" name="Google Shape;203;p28"/>
          <p:cNvSpPr txBox="1"/>
          <p:nvPr/>
        </p:nvSpPr>
        <p:spPr>
          <a:xfrm>
            <a:off x="-592950" y="1654750"/>
            <a:ext cx="794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204" name="Google Shape;204;p28">
            <a:hlinkClick action="ppaction://hlinksldjump" r:id="rId5"/>
          </p:cNvPr>
          <p:cNvSpPr txBox="1"/>
          <p:nvPr/>
        </p:nvSpPr>
        <p:spPr>
          <a:xfrm>
            <a:off x="7804879" y="4667346"/>
            <a:ext cx="1739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u="sng">
                <a:solidFill>
                  <a:srgbClr val="FF0000"/>
                </a:solidFill>
                <a:highlight>
                  <a:srgbClr val="3D85C6"/>
                </a:highlight>
              </a:rPr>
              <a:t>Next→</a:t>
            </a:r>
            <a:endParaRPr sz="2500" u="sng">
              <a:solidFill>
                <a:srgbClr val="FF0000"/>
              </a:solidFill>
              <a:highlight>
                <a:srgbClr val="3D85C6"/>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202"/>
                                        </p:tgtEl>
                                        <p:attrNameLst>
                                          <p:attrName>style.visibility</p:attrName>
                                        </p:attrNameLst>
                                      </p:cBhvr>
                                      <p:to>
                                        <p:strVal val="visible"/>
                                      </p:to>
                                    </p:set>
                                    <p:anim calcmode="lin" valueType="num">
                                      <p:cBhvr additive="base">
                                        <p:cTn dur="1000"/>
                                        <p:tgtEl>
                                          <p:spTgt spid="202"/>
                                        </p:tgtEl>
                                        <p:attrNameLst>
                                          <p:attrName>ppt_w</p:attrName>
                                        </p:attrNameLst>
                                      </p:cBhvr>
                                      <p:tavLst>
                                        <p:tav fmla="" tm="0">
                                          <p:val>
                                            <p:strVal val="0"/>
                                          </p:val>
                                        </p:tav>
                                        <p:tav fmla="" tm="100000">
                                          <p:val>
                                            <p:strVal val="#ppt_w"/>
                                          </p:val>
                                        </p:tav>
                                      </p:tavLst>
                                    </p:anim>
                                    <p:anim calcmode="lin" valueType="num">
                                      <p:cBhvr additive="base">
                                        <p:cTn dur="1000"/>
                                        <p:tgtEl>
                                          <p:spTgt spid="20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p29" title="vecteezy_detective-workspace-background_22603619.jp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10" name="Google Shape;210;p29"/>
          <p:cNvSpPr/>
          <p:nvPr/>
        </p:nvSpPr>
        <p:spPr>
          <a:xfrm rot="581805">
            <a:off x="2631550" y="197050"/>
            <a:ext cx="3218482" cy="4834208"/>
          </a:xfrm>
          <a:prstGeom prst="rect">
            <a:avLst/>
          </a:prstGeom>
          <a:solidFill>
            <a:srgbClr val="FFE599"/>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u="sng"/>
              <a:t>NOTES</a:t>
            </a:r>
            <a:endParaRPr b="1" u="sng"/>
          </a:p>
          <a:p>
            <a:pPr indent="0" lvl="0" marL="0" rtl="0" algn="l">
              <a:spcBef>
                <a:spcPts val="0"/>
              </a:spcBef>
              <a:spcAft>
                <a:spcPts val="0"/>
              </a:spcAft>
              <a:buNone/>
            </a:pPr>
            <a:r>
              <a:t/>
            </a:r>
            <a:endParaRPr b="1" u="sng"/>
          </a:p>
          <a:p>
            <a:pPr indent="0" lvl="0" marL="0" rtl="0" algn="l">
              <a:spcBef>
                <a:spcPts val="0"/>
              </a:spcBef>
              <a:spcAft>
                <a:spcPts val="0"/>
              </a:spcAft>
              <a:buNone/>
            </a:pPr>
            <a:r>
              <a:rPr lang="en" u="sng"/>
              <a:t>RYAN</a:t>
            </a:r>
            <a:r>
              <a:rPr lang="en"/>
              <a:t> - </a:t>
            </a:r>
            <a:endParaRPr/>
          </a:p>
          <a:p>
            <a:pPr indent="0" lvl="0" marL="0" rtl="0" algn="l">
              <a:spcBef>
                <a:spcPts val="0"/>
              </a:spcBef>
              <a:spcAft>
                <a:spcPts val="0"/>
              </a:spcAft>
              <a:buNone/>
            </a:pPr>
            <a:r>
              <a:t/>
            </a:r>
            <a:endParaRPr b="1" u="sng"/>
          </a:p>
          <a:p>
            <a:pPr indent="0" lvl="0" marL="0" rtl="0" algn="l">
              <a:spcBef>
                <a:spcPts val="0"/>
              </a:spcBef>
              <a:spcAft>
                <a:spcPts val="0"/>
              </a:spcAft>
              <a:buNone/>
            </a:pPr>
            <a:r>
              <a:rPr lang="en" u="sng"/>
              <a:t>Mrs. Carter</a:t>
            </a:r>
            <a:r>
              <a:rPr lang="en"/>
              <a:t> - </a:t>
            </a:r>
            <a:endParaRPr/>
          </a:p>
          <a:p>
            <a:pPr indent="0" lvl="0" marL="0" rtl="0" algn="l">
              <a:spcBef>
                <a:spcPts val="0"/>
              </a:spcBef>
              <a:spcAft>
                <a:spcPts val="0"/>
              </a:spcAft>
              <a:buNone/>
            </a:pPr>
            <a:r>
              <a:t/>
            </a:r>
            <a:endParaRPr b="1" u="sng"/>
          </a:p>
          <a:p>
            <a:pPr indent="0" lvl="0" marL="0" rtl="0" algn="l">
              <a:spcBef>
                <a:spcPts val="0"/>
              </a:spcBef>
              <a:spcAft>
                <a:spcPts val="0"/>
              </a:spcAft>
              <a:buNone/>
            </a:pPr>
            <a:r>
              <a:rPr lang="en" u="sng"/>
              <a:t>Mr. Blake</a:t>
            </a:r>
            <a:r>
              <a:rPr lang="en"/>
              <a:t> - </a:t>
            </a:r>
            <a:endParaRPr/>
          </a:p>
          <a:p>
            <a:pPr indent="0" lvl="0" marL="0" rtl="0" algn="l">
              <a:spcBef>
                <a:spcPts val="0"/>
              </a:spcBef>
              <a:spcAft>
                <a:spcPts val="0"/>
              </a:spcAft>
              <a:buNone/>
            </a:pPr>
            <a:r>
              <a:t/>
            </a:r>
            <a:endParaRPr b="1" u="sng"/>
          </a:p>
          <a:p>
            <a:pPr indent="0" lvl="0" marL="0" rtl="0" algn="l">
              <a:spcBef>
                <a:spcPts val="0"/>
              </a:spcBef>
              <a:spcAft>
                <a:spcPts val="0"/>
              </a:spcAft>
              <a:buNone/>
            </a:pPr>
            <a:r>
              <a:t/>
            </a:r>
            <a:endParaRPr b="1" u="sng"/>
          </a:p>
          <a:p>
            <a:pPr indent="0" lvl="0" marL="0" rtl="0" algn="l">
              <a:spcBef>
                <a:spcPts val="0"/>
              </a:spcBef>
              <a:spcAft>
                <a:spcPts val="0"/>
              </a:spcAft>
              <a:buNone/>
            </a:pPr>
            <a:r>
              <a:t/>
            </a:r>
            <a:endParaRPr b="1" u="sng"/>
          </a:p>
          <a:p>
            <a:pPr indent="0" lvl="0" marL="0" rtl="0" algn="l">
              <a:spcBef>
                <a:spcPts val="0"/>
              </a:spcBef>
              <a:spcAft>
                <a:spcPts val="0"/>
              </a:spcAft>
              <a:buNone/>
            </a:pPr>
            <a:r>
              <a:t/>
            </a:r>
            <a:endParaRPr b="1" u="sng"/>
          </a:p>
          <a:p>
            <a:pPr indent="0" lvl="0" marL="0" rtl="0" algn="l">
              <a:spcBef>
                <a:spcPts val="0"/>
              </a:spcBef>
              <a:spcAft>
                <a:spcPts val="0"/>
              </a:spcAft>
              <a:buNone/>
            </a:pPr>
            <a:br>
              <a:rPr lang="en" sz="1200"/>
            </a:br>
            <a:endParaRPr sz="12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br>
              <a:rPr lang="en"/>
            </a:br>
            <a:br>
              <a:rPr lang="en"/>
            </a:br>
            <a:endParaRPr/>
          </a:p>
        </p:txBody>
      </p:sp>
      <p:sp>
        <p:nvSpPr>
          <p:cNvPr id="211" name="Google Shape;211;p29">
            <a:hlinkClick action="ppaction://hlinksldjump" r:id="rId4"/>
          </p:cNvPr>
          <p:cNvSpPr txBox="1"/>
          <p:nvPr/>
        </p:nvSpPr>
        <p:spPr>
          <a:xfrm rot="621243">
            <a:off x="3511646" y="857575"/>
            <a:ext cx="1125020" cy="285502"/>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u="sng"/>
              <a:t>View notes</a:t>
            </a:r>
            <a:endParaRPr sz="1000" u="sng"/>
          </a:p>
        </p:txBody>
      </p:sp>
      <p:sp>
        <p:nvSpPr>
          <p:cNvPr id="212" name="Google Shape;212;p29">
            <a:hlinkClick action="ppaction://hlinksldjump" r:id="rId5"/>
          </p:cNvPr>
          <p:cNvSpPr txBox="1"/>
          <p:nvPr/>
        </p:nvSpPr>
        <p:spPr>
          <a:xfrm rot="621243">
            <a:off x="3770096" y="1340575"/>
            <a:ext cx="1125020" cy="285502"/>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u="sng"/>
              <a:t>View notes</a:t>
            </a:r>
            <a:endParaRPr sz="1000" u="sng"/>
          </a:p>
        </p:txBody>
      </p:sp>
      <p:sp>
        <p:nvSpPr>
          <p:cNvPr id="213" name="Google Shape;213;p29">
            <a:hlinkClick action="ppaction://hlinksldjump" r:id="rId6"/>
          </p:cNvPr>
          <p:cNvSpPr txBox="1"/>
          <p:nvPr/>
        </p:nvSpPr>
        <p:spPr>
          <a:xfrm rot="621243">
            <a:off x="3589196" y="1738075"/>
            <a:ext cx="1125020" cy="285502"/>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u="sng"/>
              <a:t>View notes</a:t>
            </a:r>
            <a:endParaRPr sz="1000" u="sng"/>
          </a:p>
        </p:txBody>
      </p:sp>
      <p:pic>
        <p:nvPicPr>
          <p:cNvPr id="214" name="Google Shape;214;p29"/>
          <p:cNvPicPr preferRelativeResize="0"/>
          <p:nvPr/>
        </p:nvPicPr>
        <p:blipFill rotWithShape="1">
          <a:blip r:embed="rId7">
            <a:alphaModFix/>
          </a:blip>
          <a:srcRect b="0" l="24195" r="22301" t="0"/>
          <a:stretch/>
        </p:blipFill>
        <p:spPr>
          <a:xfrm rot="652073">
            <a:off x="2906828" y="2340173"/>
            <a:ext cx="536996" cy="1003703"/>
          </a:xfrm>
          <a:prstGeom prst="rect">
            <a:avLst/>
          </a:prstGeom>
          <a:solidFill>
            <a:srgbClr val="FFE599"/>
          </a:solidFill>
          <a:ln>
            <a:noFill/>
          </a:ln>
        </p:spPr>
      </p:pic>
      <p:pic>
        <p:nvPicPr>
          <p:cNvPr id="215" name="Google Shape;215;p29"/>
          <p:cNvPicPr preferRelativeResize="0"/>
          <p:nvPr/>
        </p:nvPicPr>
        <p:blipFill rotWithShape="1">
          <a:blip r:embed="rId8">
            <a:alphaModFix/>
          </a:blip>
          <a:srcRect b="7247" l="21665" r="26910" t="7892"/>
          <a:stretch/>
        </p:blipFill>
        <p:spPr>
          <a:xfrm rot="835848">
            <a:off x="3622724" y="3235042"/>
            <a:ext cx="531003" cy="1094993"/>
          </a:xfrm>
          <a:prstGeom prst="rect">
            <a:avLst/>
          </a:prstGeom>
          <a:solidFill>
            <a:srgbClr val="FFE599"/>
          </a:solidFill>
          <a:ln>
            <a:noFill/>
          </a:ln>
        </p:spPr>
      </p:pic>
      <p:pic>
        <p:nvPicPr>
          <p:cNvPr id="216" name="Google Shape;216;p29"/>
          <p:cNvPicPr preferRelativeResize="0"/>
          <p:nvPr/>
        </p:nvPicPr>
        <p:blipFill rotWithShape="1">
          <a:blip r:embed="rId9">
            <a:alphaModFix/>
          </a:blip>
          <a:srcRect b="10525" l="19618" r="5188" t="3623"/>
          <a:stretch/>
        </p:blipFill>
        <p:spPr>
          <a:xfrm rot="898669">
            <a:off x="4655917" y="2428449"/>
            <a:ext cx="737741" cy="1286652"/>
          </a:xfrm>
          <a:prstGeom prst="rect">
            <a:avLst/>
          </a:prstGeom>
          <a:solidFill>
            <a:srgbClr val="FFE599"/>
          </a:solid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1000"/>
                                        <p:tgtEl>
                                          <p:spTgt spid="214"/>
                                        </p:tgtEl>
                                      </p:cBhvr>
                                    </p:animEffect>
                                  </p:childTnLst>
                                </p:cTn>
                              </p:par>
                              <p:par>
                                <p:cTn fill="hold" nodeType="with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1000"/>
                                        <p:tgtEl>
                                          <p:spTgt spid="215"/>
                                        </p:tgtEl>
                                      </p:cBhvr>
                                    </p:animEffect>
                                  </p:childTnLst>
                                </p:cTn>
                              </p:par>
                              <p:par>
                                <p:cTn fill="hold" nodeType="with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1000"/>
                                        <p:tgtEl>
                                          <p:spTgt spid="2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30" title="vecteezy_detective-workspace-background_22603619.jp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22" name="Google Shape;222;p30"/>
          <p:cNvSpPr/>
          <p:nvPr/>
        </p:nvSpPr>
        <p:spPr>
          <a:xfrm rot="581805">
            <a:off x="2631550" y="197050"/>
            <a:ext cx="3218482" cy="4834208"/>
          </a:xfrm>
          <a:prstGeom prst="rect">
            <a:avLst/>
          </a:prstGeom>
          <a:solidFill>
            <a:srgbClr val="FFE599"/>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u="sng"/>
              <a:t>NOTES</a:t>
            </a:r>
            <a:endParaRPr b="1" u="sng"/>
          </a:p>
          <a:p>
            <a:pPr indent="0" lvl="0" marL="0" rtl="0" algn="l">
              <a:spcBef>
                <a:spcPts val="0"/>
              </a:spcBef>
              <a:spcAft>
                <a:spcPts val="0"/>
              </a:spcAft>
              <a:buNone/>
            </a:pPr>
            <a:r>
              <a:t/>
            </a:r>
            <a:endParaRPr b="1" u="sng"/>
          </a:p>
          <a:p>
            <a:pPr indent="0" lvl="0" marL="0" rtl="0" algn="l">
              <a:spcBef>
                <a:spcPts val="0"/>
              </a:spcBef>
              <a:spcAft>
                <a:spcPts val="0"/>
              </a:spcAft>
              <a:buNone/>
            </a:pPr>
            <a:r>
              <a:rPr lang="en" u="sng"/>
              <a:t>RYAN</a:t>
            </a:r>
            <a:r>
              <a:rPr lang="en"/>
              <a:t> - </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 sz="1100"/>
              <a:t>Statement - </a:t>
            </a:r>
            <a:r>
              <a:rPr lang="en" sz="1100"/>
              <a:t>he says that he left at 8</a:t>
            </a:r>
            <a:endParaRPr sz="1100"/>
          </a:p>
          <a:p>
            <a:pPr indent="0" lvl="0" marL="0" rtl="0" algn="l">
              <a:spcBef>
                <a:spcPts val="0"/>
              </a:spcBef>
              <a:spcAft>
                <a:spcPts val="0"/>
              </a:spcAft>
              <a:buNone/>
            </a:pPr>
            <a:r>
              <a:t/>
            </a:r>
            <a:endParaRPr u="sng"/>
          </a:p>
          <a:p>
            <a:pPr indent="0" lvl="0" marL="0" rtl="0" algn="l">
              <a:spcBef>
                <a:spcPts val="0"/>
              </a:spcBef>
              <a:spcAft>
                <a:spcPts val="0"/>
              </a:spcAft>
              <a:buNone/>
            </a:pPr>
            <a:r>
              <a:rPr b="1" lang="en" sz="1100"/>
              <a:t>Contradiction - </a:t>
            </a:r>
            <a:r>
              <a:rPr lang="en" sz="1100"/>
              <a:t>He actually left at 9:05.</a:t>
            </a:r>
            <a:endParaRPr sz="1100"/>
          </a:p>
          <a:p>
            <a:pPr indent="0" lvl="0" marL="0" rtl="0" algn="l">
              <a:spcBef>
                <a:spcPts val="0"/>
              </a:spcBef>
              <a:spcAft>
                <a:spcPts val="0"/>
              </a:spcAft>
              <a:buNone/>
            </a:pPr>
            <a:r>
              <a:t/>
            </a:r>
            <a:endParaRPr b="1" u="sng"/>
          </a:p>
          <a:p>
            <a:pPr indent="0" lvl="0" marL="0" rtl="0" algn="l">
              <a:spcBef>
                <a:spcPts val="0"/>
              </a:spcBef>
              <a:spcAft>
                <a:spcPts val="0"/>
              </a:spcAft>
              <a:buNone/>
            </a:pPr>
            <a:r>
              <a:rPr b="1" lang="en" sz="1100"/>
              <a:t>Proof</a:t>
            </a:r>
            <a:r>
              <a:rPr lang="en" sz="1100"/>
              <a:t> - CCTV</a:t>
            </a:r>
            <a:endParaRPr sz="1100"/>
          </a:p>
          <a:p>
            <a:pPr indent="0" lvl="0" marL="0" rtl="0" algn="l">
              <a:spcBef>
                <a:spcPts val="0"/>
              </a:spcBef>
              <a:spcAft>
                <a:spcPts val="0"/>
              </a:spcAft>
              <a:buNone/>
            </a:pPr>
            <a:r>
              <a:t/>
            </a:r>
            <a:endParaRPr b="1" u="sng"/>
          </a:p>
          <a:p>
            <a:pPr indent="0" lvl="0" marL="0" rtl="0" algn="l">
              <a:spcBef>
                <a:spcPts val="0"/>
              </a:spcBef>
              <a:spcAft>
                <a:spcPts val="0"/>
              </a:spcAft>
              <a:buNone/>
            </a:pPr>
            <a:r>
              <a:t/>
            </a:r>
            <a:endParaRPr b="1" u="sng"/>
          </a:p>
          <a:p>
            <a:pPr indent="0" lvl="0" marL="0" rtl="0" algn="l">
              <a:spcBef>
                <a:spcPts val="0"/>
              </a:spcBef>
              <a:spcAft>
                <a:spcPts val="0"/>
              </a:spcAft>
              <a:buNone/>
            </a:pPr>
            <a:br>
              <a:rPr lang="en" sz="1200"/>
            </a:br>
            <a:endParaRPr sz="12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br>
              <a:rPr lang="en"/>
            </a:br>
            <a:br>
              <a:rPr lang="en"/>
            </a:br>
            <a:endParaRPr/>
          </a:p>
        </p:txBody>
      </p:sp>
      <p:sp>
        <p:nvSpPr>
          <p:cNvPr id="223" name="Google Shape;223;p30">
            <a:hlinkClick action="ppaction://hlinksldjump" r:id="rId4"/>
          </p:cNvPr>
          <p:cNvSpPr txBox="1"/>
          <p:nvPr/>
        </p:nvSpPr>
        <p:spPr>
          <a:xfrm rot="635721">
            <a:off x="4537564" y="4774398"/>
            <a:ext cx="825576" cy="295728"/>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u="sng">
                <a:solidFill>
                  <a:schemeClr val="dk1"/>
                </a:solidFill>
              </a:rPr>
              <a:t>Back</a:t>
            </a:r>
            <a:endParaRPr u="sng">
              <a:solidFill>
                <a:schemeClr val="dk1"/>
              </a:solidFill>
            </a:endParaRPr>
          </a:p>
        </p:txBody>
      </p:sp>
      <p:pic>
        <p:nvPicPr>
          <p:cNvPr id="224" name="Google Shape;224;p30"/>
          <p:cNvPicPr preferRelativeResize="0"/>
          <p:nvPr/>
        </p:nvPicPr>
        <p:blipFill rotWithShape="1">
          <a:blip r:embed="rId5">
            <a:alphaModFix/>
          </a:blip>
          <a:srcRect b="0" l="23882" r="24404" t="0"/>
          <a:stretch/>
        </p:blipFill>
        <p:spPr>
          <a:xfrm rot="603071">
            <a:off x="3651126" y="2463026"/>
            <a:ext cx="792549" cy="1532522"/>
          </a:xfrm>
          <a:prstGeom prst="rect">
            <a:avLst/>
          </a:prstGeom>
          <a:solidFill>
            <a:srgbClr val="FFE599"/>
          </a:solid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1000"/>
                                        <p:tgtEl>
                                          <p:spTgt spid="2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pic>
        <p:nvPicPr>
          <p:cNvPr id="229" name="Google Shape;229;p31" title="vecteezy_detective-workspace-background_22603619.jp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30" name="Google Shape;230;p31"/>
          <p:cNvSpPr/>
          <p:nvPr/>
        </p:nvSpPr>
        <p:spPr>
          <a:xfrm rot="581805">
            <a:off x="2631550" y="197050"/>
            <a:ext cx="3218482" cy="4834208"/>
          </a:xfrm>
          <a:prstGeom prst="rect">
            <a:avLst/>
          </a:prstGeom>
          <a:solidFill>
            <a:srgbClr val="FFE599"/>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u="sng"/>
              <a:t>NOTES</a:t>
            </a:r>
            <a:endParaRPr b="1" u="sng"/>
          </a:p>
          <a:p>
            <a:pPr indent="0" lvl="0" marL="0" rtl="0" algn="l">
              <a:spcBef>
                <a:spcPts val="0"/>
              </a:spcBef>
              <a:spcAft>
                <a:spcPts val="0"/>
              </a:spcAft>
              <a:buNone/>
            </a:pPr>
            <a:r>
              <a:t/>
            </a:r>
            <a:endParaRPr b="1" u="sng"/>
          </a:p>
          <a:p>
            <a:pPr indent="0" lvl="0" marL="0" rtl="0" algn="l">
              <a:spcBef>
                <a:spcPts val="0"/>
              </a:spcBef>
              <a:spcAft>
                <a:spcPts val="0"/>
              </a:spcAft>
              <a:buNone/>
            </a:pPr>
            <a:r>
              <a:rPr lang="en" u="sng"/>
              <a:t>Mrs. Carter</a:t>
            </a:r>
            <a:r>
              <a:rPr lang="en"/>
              <a:t> -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sz="1100"/>
              <a:t>Statement</a:t>
            </a:r>
            <a:r>
              <a:rPr lang="en" sz="1100"/>
              <a:t> - she says that she heard 2 people </a:t>
            </a:r>
            <a:r>
              <a:rPr lang="en" sz="1100"/>
              <a:t>arguing at around 9. After that everything became quiet.</a:t>
            </a:r>
            <a:endParaRPr sz="1100"/>
          </a:p>
          <a:p>
            <a:pPr indent="0" lvl="0" marL="0" rtl="0" algn="l">
              <a:spcBef>
                <a:spcPts val="0"/>
              </a:spcBef>
              <a:spcAft>
                <a:spcPts val="0"/>
              </a:spcAft>
              <a:buNone/>
            </a:pPr>
            <a:r>
              <a:t/>
            </a:r>
            <a:endParaRPr/>
          </a:p>
          <a:p>
            <a:pPr indent="0" lvl="0" marL="0" rtl="0" algn="l">
              <a:spcBef>
                <a:spcPts val="0"/>
              </a:spcBef>
              <a:spcAft>
                <a:spcPts val="0"/>
              </a:spcAft>
              <a:buNone/>
            </a:pPr>
            <a:r>
              <a:rPr b="1" lang="en" sz="1100"/>
              <a:t>Contradiction</a:t>
            </a:r>
            <a:r>
              <a:rPr lang="en" sz="1100"/>
              <a:t> - She didn’t initially mention that she saw Ryan leaving.</a:t>
            </a:r>
            <a:endParaRPr sz="1100"/>
          </a:p>
          <a:p>
            <a:pPr indent="0" lvl="0" marL="0" rtl="0" algn="l">
              <a:spcBef>
                <a:spcPts val="0"/>
              </a:spcBef>
              <a:spcAft>
                <a:spcPts val="0"/>
              </a:spcAft>
              <a:buNone/>
            </a:pPr>
            <a:r>
              <a:t/>
            </a:r>
            <a:endParaRPr b="1" u="sng"/>
          </a:p>
          <a:p>
            <a:pPr indent="0" lvl="0" marL="0" rtl="0" algn="l">
              <a:spcBef>
                <a:spcPts val="0"/>
              </a:spcBef>
              <a:spcAft>
                <a:spcPts val="0"/>
              </a:spcAft>
              <a:buNone/>
            </a:pPr>
            <a:r>
              <a:rPr b="1" lang="en" sz="1100"/>
              <a:t>Proof</a:t>
            </a:r>
            <a:r>
              <a:rPr lang="en" sz="1100"/>
              <a:t> - Interrogation</a:t>
            </a:r>
            <a:endParaRPr sz="1100"/>
          </a:p>
          <a:p>
            <a:pPr indent="0" lvl="0" marL="0" rtl="0" algn="l">
              <a:spcBef>
                <a:spcPts val="0"/>
              </a:spcBef>
              <a:spcAft>
                <a:spcPts val="0"/>
              </a:spcAft>
              <a:buNone/>
            </a:pPr>
            <a:r>
              <a:t/>
            </a:r>
            <a:endParaRPr b="1" u="sng"/>
          </a:p>
          <a:p>
            <a:pPr indent="0" lvl="0" marL="0" rtl="0" algn="l">
              <a:spcBef>
                <a:spcPts val="0"/>
              </a:spcBef>
              <a:spcAft>
                <a:spcPts val="0"/>
              </a:spcAft>
              <a:buNone/>
            </a:pPr>
            <a:br>
              <a:rPr lang="en" sz="1200"/>
            </a:br>
            <a:endParaRPr sz="12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br>
              <a:rPr lang="en"/>
            </a:br>
            <a:br>
              <a:rPr lang="en"/>
            </a:br>
            <a:endParaRPr/>
          </a:p>
        </p:txBody>
      </p:sp>
      <p:sp>
        <p:nvSpPr>
          <p:cNvPr id="231" name="Google Shape;231;p31">
            <a:hlinkClick action="ppaction://hlinksldjump" r:id="rId4"/>
          </p:cNvPr>
          <p:cNvSpPr txBox="1"/>
          <p:nvPr/>
        </p:nvSpPr>
        <p:spPr>
          <a:xfrm rot="635721">
            <a:off x="4537564" y="4774398"/>
            <a:ext cx="825576" cy="295728"/>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u="sng">
                <a:solidFill>
                  <a:schemeClr val="dk1"/>
                </a:solidFill>
              </a:rPr>
              <a:t>Back</a:t>
            </a:r>
            <a:endParaRPr u="sng">
              <a:solidFill>
                <a:schemeClr val="dk1"/>
              </a:solidFill>
            </a:endParaRPr>
          </a:p>
        </p:txBody>
      </p:sp>
      <p:pic>
        <p:nvPicPr>
          <p:cNvPr id="232" name="Google Shape;232;p31"/>
          <p:cNvPicPr preferRelativeResize="0"/>
          <p:nvPr/>
        </p:nvPicPr>
        <p:blipFill rotWithShape="1">
          <a:blip r:embed="rId5">
            <a:alphaModFix/>
          </a:blip>
          <a:srcRect b="9461" l="23839" r="25972" t="8625"/>
          <a:stretch/>
        </p:blipFill>
        <p:spPr>
          <a:xfrm rot="520639">
            <a:off x="3695111" y="2956443"/>
            <a:ext cx="518228" cy="1056864"/>
          </a:xfrm>
          <a:prstGeom prst="rect">
            <a:avLst/>
          </a:prstGeom>
          <a:solidFill>
            <a:srgbClr val="FFE599"/>
          </a:solid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1000"/>
                                        <p:tgtEl>
                                          <p:spTgt spid="2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32" title="vecteezy_detective-workspace-background_22603619.jp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38" name="Google Shape;238;p32"/>
          <p:cNvSpPr/>
          <p:nvPr/>
        </p:nvSpPr>
        <p:spPr>
          <a:xfrm rot="581805">
            <a:off x="2631550" y="197050"/>
            <a:ext cx="3218482" cy="4834208"/>
          </a:xfrm>
          <a:prstGeom prst="rect">
            <a:avLst/>
          </a:prstGeom>
          <a:solidFill>
            <a:srgbClr val="FFE599"/>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u="sng"/>
              <a:t>NOTES</a:t>
            </a:r>
            <a:endParaRPr b="1" u="sng"/>
          </a:p>
          <a:p>
            <a:pPr indent="0" lvl="0" marL="0" rtl="0" algn="l">
              <a:spcBef>
                <a:spcPts val="0"/>
              </a:spcBef>
              <a:spcAft>
                <a:spcPts val="0"/>
              </a:spcAft>
              <a:buNone/>
            </a:pPr>
            <a:r>
              <a:rPr lang="en"/>
              <a:t> </a:t>
            </a:r>
            <a:endParaRPr/>
          </a:p>
          <a:p>
            <a:pPr indent="0" lvl="0" marL="0" rtl="0" algn="l">
              <a:spcBef>
                <a:spcPts val="0"/>
              </a:spcBef>
              <a:spcAft>
                <a:spcPts val="0"/>
              </a:spcAft>
              <a:buNone/>
            </a:pPr>
            <a:r>
              <a:rPr lang="en" u="sng"/>
              <a:t>Mr. Blake</a:t>
            </a:r>
            <a:r>
              <a:rPr lang="en"/>
              <a:t> - </a:t>
            </a:r>
            <a:endParaRPr/>
          </a:p>
          <a:p>
            <a:pPr indent="0" lvl="0" marL="0" rtl="0" algn="l">
              <a:spcBef>
                <a:spcPts val="0"/>
              </a:spcBef>
              <a:spcAft>
                <a:spcPts val="0"/>
              </a:spcAft>
              <a:buNone/>
            </a:pPr>
            <a:r>
              <a:t/>
            </a:r>
            <a:endParaRPr b="1" u="sng"/>
          </a:p>
          <a:p>
            <a:pPr indent="0" lvl="0" marL="0" rtl="0" algn="l">
              <a:spcBef>
                <a:spcPts val="0"/>
              </a:spcBef>
              <a:spcAft>
                <a:spcPts val="0"/>
              </a:spcAft>
              <a:buNone/>
            </a:pPr>
            <a:r>
              <a:rPr b="1" lang="en" sz="1100"/>
              <a:t>Statement</a:t>
            </a:r>
            <a:r>
              <a:rPr lang="en" sz="1100"/>
              <a:t> - He says that he didn’t meet the victim that day as it was a holiday in the school which meant that he didn’t have a reason to meet him.</a:t>
            </a:r>
            <a:endParaRPr sz="1100"/>
          </a:p>
          <a:p>
            <a:pPr indent="0" lvl="0" marL="0" rtl="0" algn="l">
              <a:spcBef>
                <a:spcPts val="0"/>
              </a:spcBef>
              <a:spcAft>
                <a:spcPts val="0"/>
              </a:spcAft>
              <a:buNone/>
            </a:pPr>
            <a:r>
              <a:t/>
            </a:r>
            <a:endParaRPr b="1" u="sng"/>
          </a:p>
          <a:p>
            <a:pPr indent="0" lvl="0" marL="0" rtl="0" algn="l">
              <a:spcBef>
                <a:spcPts val="0"/>
              </a:spcBef>
              <a:spcAft>
                <a:spcPts val="0"/>
              </a:spcAft>
              <a:buNone/>
            </a:pPr>
            <a:r>
              <a:rPr b="1" lang="en" sz="1100"/>
              <a:t>Contradiction </a:t>
            </a:r>
            <a:r>
              <a:rPr lang="en" sz="1100"/>
              <a:t>- His car was spotted near the victim’s house near the time of the incident.</a:t>
            </a:r>
            <a:endParaRPr sz="1100"/>
          </a:p>
          <a:p>
            <a:pPr indent="0" lvl="0" marL="0" rtl="0" algn="l">
              <a:spcBef>
                <a:spcPts val="0"/>
              </a:spcBef>
              <a:spcAft>
                <a:spcPts val="0"/>
              </a:spcAft>
              <a:buNone/>
            </a:pPr>
            <a:r>
              <a:t/>
            </a:r>
            <a:endParaRPr b="1" u="sng"/>
          </a:p>
          <a:p>
            <a:pPr indent="0" lvl="0" marL="0" rtl="0" algn="l">
              <a:spcBef>
                <a:spcPts val="0"/>
              </a:spcBef>
              <a:spcAft>
                <a:spcPts val="0"/>
              </a:spcAft>
              <a:buNone/>
            </a:pPr>
            <a:r>
              <a:t/>
            </a:r>
            <a:endParaRPr b="1" u="sng"/>
          </a:p>
          <a:p>
            <a:pPr indent="0" lvl="0" marL="0" rtl="0" algn="l">
              <a:spcBef>
                <a:spcPts val="0"/>
              </a:spcBef>
              <a:spcAft>
                <a:spcPts val="0"/>
              </a:spcAft>
              <a:buNone/>
            </a:pPr>
            <a:br>
              <a:rPr lang="en" sz="1200"/>
            </a:br>
            <a:endParaRPr sz="12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br>
              <a:rPr lang="en"/>
            </a:br>
            <a:br>
              <a:rPr lang="en"/>
            </a:br>
            <a:endParaRPr/>
          </a:p>
        </p:txBody>
      </p:sp>
      <p:sp>
        <p:nvSpPr>
          <p:cNvPr id="239" name="Google Shape;239;p32">
            <a:hlinkClick action="ppaction://hlinksldjump" r:id="rId4"/>
          </p:cNvPr>
          <p:cNvSpPr txBox="1"/>
          <p:nvPr/>
        </p:nvSpPr>
        <p:spPr>
          <a:xfrm rot="635721">
            <a:off x="3726314" y="4713798"/>
            <a:ext cx="825576" cy="295728"/>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u="sng">
                <a:solidFill>
                  <a:schemeClr val="dk1"/>
                </a:solidFill>
              </a:rPr>
              <a:t>Back</a:t>
            </a:r>
            <a:endParaRPr u="sng">
              <a:solidFill>
                <a:schemeClr val="dk1"/>
              </a:solidFill>
            </a:endParaRPr>
          </a:p>
        </p:txBody>
      </p:sp>
      <p:sp>
        <p:nvSpPr>
          <p:cNvPr id="240" name="Google Shape;240;p32">
            <a:hlinkClick action="ppaction://hlinksldjump" r:id="rId5"/>
          </p:cNvPr>
          <p:cNvSpPr txBox="1"/>
          <p:nvPr/>
        </p:nvSpPr>
        <p:spPr>
          <a:xfrm rot="635721">
            <a:off x="4364239" y="4828323"/>
            <a:ext cx="825576" cy="295728"/>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u="sng">
                <a:solidFill>
                  <a:schemeClr val="dk1"/>
                </a:solidFill>
              </a:rPr>
              <a:t>Next</a:t>
            </a:r>
            <a:endParaRPr u="sng">
              <a:solidFill>
                <a:schemeClr val="dk1"/>
              </a:solidFill>
            </a:endParaRPr>
          </a:p>
        </p:txBody>
      </p:sp>
      <p:pic>
        <p:nvPicPr>
          <p:cNvPr id="241" name="Google Shape;241;p32"/>
          <p:cNvPicPr preferRelativeResize="0"/>
          <p:nvPr/>
        </p:nvPicPr>
        <p:blipFill rotWithShape="1">
          <a:blip r:embed="rId6">
            <a:alphaModFix/>
          </a:blip>
          <a:srcRect b="10519" l="21070" r="5308" t="3475"/>
          <a:stretch/>
        </p:blipFill>
        <p:spPr>
          <a:xfrm rot="532312">
            <a:off x="3695176" y="2649987"/>
            <a:ext cx="722298" cy="1288926"/>
          </a:xfrm>
          <a:prstGeom prst="rect">
            <a:avLst/>
          </a:prstGeom>
          <a:solidFill>
            <a:srgbClr val="FFE599"/>
          </a:solid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1000"/>
                                        <p:tgtEl>
                                          <p:spTgt spid="2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3"/>
          <p:cNvSpPr txBox="1"/>
          <p:nvPr>
            <p:ph type="title"/>
          </p:nvPr>
        </p:nvSpPr>
        <p:spPr>
          <a:xfrm>
            <a:off x="311700" y="141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At the police Station</a:t>
            </a:r>
            <a:endParaRPr/>
          </a:p>
          <a:p>
            <a:pPr indent="0" lvl="0" marL="0" rtl="0" algn="l">
              <a:spcBef>
                <a:spcPts val="0"/>
              </a:spcBef>
              <a:spcAft>
                <a:spcPts val="0"/>
              </a:spcAft>
              <a:buNone/>
            </a:pPr>
            <a:r>
              <a:t/>
            </a:r>
            <a:endParaRPr/>
          </a:p>
        </p:txBody>
      </p:sp>
      <p:pic>
        <p:nvPicPr>
          <p:cNvPr id="247" name="Google Shape;247;p33"/>
          <p:cNvPicPr preferRelativeResize="0"/>
          <p:nvPr/>
        </p:nvPicPr>
        <p:blipFill>
          <a:blip r:embed="rId3">
            <a:alphaModFix/>
          </a:blip>
          <a:stretch>
            <a:fillRect/>
          </a:stretch>
        </p:blipFill>
        <p:spPr>
          <a:xfrm>
            <a:off x="0" y="714374"/>
            <a:ext cx="9144001" cy="4429125"/>
          </a:xfrm>
          <a:prstGeom prst="rect">
            <a:avLst/>
          </a:prstGeom>
          <a:noFill/>
          <a:ln>
            <a:noFill/>
          </a:ln>
        </p:spPr>
      </p:pic>
      <p:pic>
        <p:nvPicPr>
          <p:cNvPr id="248" name="Google Shape;248;p33"/>
          <p:cNvPicPr preferRelativeResize="0"/>
          <p:nvPr/>
        </p:nvPicPr>
        <p:blipFill rotWithShape="1">
          <a:blip r:embed="rId4">
            <a:alphaModFix/>
          </a:blip>
          <a:srcRect b="60899" l="0" r="0" t="0"/>
          <a:stretch/>
        </p:blipFill>
        <p:spPr>
          <a:xfrm flipH="1">
            <a:off x="394423" y="1507879"/>
            <a:ext cx="5836877" cy="1443099"/>
          </a:xfrm>
          <a:prstGeom prst="rect">
            <a:avLst/>
          </a:prstGeom>
          <a:noFill/>
          <a:ln>
            <a:noFill/>
          </a:ln>
        </p:spPr>
      </p:pic>
      <p:sp>
        <p:nvSpPr>
          <p:cNvPr id="249" name="Google Shape;249;p33"/>
          <p:cNvSpPr/>
          <p:nvPr/>
        </p:nvSpPr>
        <p:spPr>
          <a:xfrm>
            <a:off x="3144750" y="331000"/>
            <a:ext cx="2647500" cy="1443000"/>
          </a:xfrm>
          <a:prstGeom prst="cloud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Hmm… seems like we can make some decision. Let’s analyse it…</a:t>
            </a:r>
            <a:endParaRPr/>
          </a:p>
        </p:txBody>
      </p:sp>
      <p:sp>
        <p:nvSpPr>
          <p:cNvPr id="250" name="Google Shape;250;p33">
            <a:hlinkClick action="ppaction://hlinksldjump" r:id="rId5"/>
          </p:cNvPr>
          <p:cNvSpPr txBox="1"/>
          <p:nvPr/>
        </p:nvSpPr>
        <p:spPr>
          <a:xfrm>
            <a:off x="7849125" y="4664400"/>
            <a:ext cx="1562700" cy="47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rgbClr val="FF0000"/>
                </a:solidFill>
                <a:highlight>
                  <a:srgbClr val="4A86E8"/>
                </a:highlight>
              </a:rPr>
              <a:t>NEXT →</a:t>
            </a:r>
            <a:endParaRPr sz="2300">
              <a:solidFill>
                <a:srgbClr val="FF0000"/>
              </a:solidFill>
              <a:highlight>
                <a:srgbClr val="4A86E8"/>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249"/>
                                        </p:tgtEl>
                                        <p:attrNameLst>
                                          <p:attrName>style.visibility</p:attrName>
                                        </p:attrNameLst>
                                      </p:cBhvr>
                                      <p:to>
                                        <p:strVal val="visible"/>
                                      </p:to>
                                    </p:set>
                                    <p:anim calcmode="lin" valueType="num">
                                      <p:cBhvr additive="base">
                                        <p:cTn dur="1000"/>
                                        <p:tgtEl>
                                          <p:spTgt spid="249"/>
                                        </p:tgtEl>
                                        <p:attrNameLst>
                                          <p:attrName>ppt_w</p:attrName>
                                        </p:attrNameLst>
                                      </p:cBhvr>
                                      <p:tavLst>
                                        <p:tav fmla="" tm="0">
                                          <p:val>
                                            <p:strVal val="0"/>
                                          </p:val>
                                        </p:tav>
                                        <p:tav fmla="" tm="100000">
                                          <p:val>
                                            <p:strVal val="#ppt_w"/>
                                          </p:val>
                                        </p:tav>
                                      </p:tavLst>
                                    </p:anim>
                                    <p:anim calcmode="lin" valueType="num">
                                      <p:cBhvr additive="base">
                                        <p:cTn dur="1000"/>
                                        <p:tgtEl>
                                          <p:spTgt spid="24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56" name="Google Shape;256;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57" name="Google Shape;257;p34"/>
          <p:cNvPicPr preferRelativeResize="0"/>
          <p:nvPr/>
        </p:nvPicPr>
        <p:blipFill>
          <a:blip r:embed="rId3">
            <a:alphaModFix/>
          </a:blip>
          <a:stretch>
            <a:fillRect/>
          </a:stretch>
        </p:blipFill>
        <p:spPr>
          <a:xfrm>
            <a:off x="0" y="714374"/>
            <a:ext cx="9144001" cy="4429125"/>
          </a:xfrm>
          <a:prstGeom prst="rect">
            <a:avLst/>
          </a:prstGeom>
          <a:noFill/>
          <a:ln>
            <a:noFill/>
          </a:ln>
        </p:spPr>
      </p:pic>
      <p:sp>
        <p:nvSpPr>
          <p:cNvPr id="258" name="Google Shape;258;p34"/>
          <p:cNvSpPr txBox="1"/>
          <p:nvPr>
            <p:ph type="title"/>
          </p:nvPr>
        </p:nvSpPr>
        <p:spPr>
          <a:xfrm>
            <a:off x="311700" y="141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Then suddenly…</a:t>
            </a:r>
            <a:endParaRPr/>
          </a:p>
        </p:txBody>
      </p:sp>
      <p:pic>
        <p:nvPicPr>
          <p:cNvPr id="259" name="Google Shape;259;p34"/>
          <p:cNvPicPr preferRelativeResize="0"/>
          <p:nvPr/>
        </p:nvPicPr>
        <p:blipFill rotWithShape="1">
          <a:blip r:embed="rId4">
            <a:alphaModFix/>
          </a:blip>
          <a:srcRect b="60899" l="32505" r="36343" t="0"/>
          <a:stretch/>
        </p:blipFill>
        <p:spPr>
          <a:xfrm flipH="1">
            <a:off x="2378699" y="1501200"/>
            <a:ext cx="1818301" cy="1443099"/>
          </a:xfrm>
          <a:prstGeom prst="rect">
            <a:avLst/>
          </a:prstGeom>
          <a:noFill/>
          <a:ln>
            <a:noFill/>
          </a:ln>
        </p:spPr>
      </p:pic>
      <p:pic>
        <p:nvPicPr>
          <p:cNvPr id="260" name="Google Shape;260;p34"/>
          <p:cNvPicPr preferRelativeResize="0"/>
          <p:nvPr/>
        </p:nvPicPr>
        <p:blipFill rotWithShape="1">
          <a:blip r:embed="rId5">
            <a:alphaModFix/>
          </a:blip>
          <a:srcRect b="0" l="40997" r="23291" t="0"/>
          <a:stretch/>
        </p:blipFill>
        <p:spPr>
          <a:xfrm>
            <a:off x="4010200" y="1320126"/>
            <a:ext cx="1316500" cy="3686350"/>
          </a:xfrm>
          <a:prstGeom prst="rect">
            <a:avLst/>
          </a:prstGeom>
          <a:noFill/>
          <a:ln>
            <a:noFill/>
          </a:ln>
        </p:spPr>
      </p:pic>
      <p:sp>
        <p:nvSpPr>
          <p:cNvPr id="261" name="Google Shape;261;p34"/>
          <p:cNvSpPr/>
          <p:nvPr/>
        </p:nvSpPr>
        <p:spPr>
          <a:xfrm>
            <a:off x="5326700" y="58200"/>
            <a:ext cx="2647500" cy="1443000"/>
          </a:xfrm>
          <a:prstGeom prst="cloudCallout">
            <a:avLst>
              <a:gd fmla="val -65993" name="adj1"/>
              <a:gd fmla="val 51518"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t>Sir, we found something crazy on the victim’s phone! It’s a strong evidence.</a:t>
            </a:r>
            <a:endParaRPr sz="1300"/>
          </a:p>
        </p:txBody>
      </p:sp>
      <p:sp>
        <p:nvSpPr>
          <p:cNvPr id="262" name="Google Shape;262;p34"/>
          <p:cNvSpPr/>
          <p:nvPr/>
        </p:nvSpPr>
        <p:spPr>
          <a:xfrm>
            <a:off x="311700" y="531450"/>
            <a:ext cx="2647500" cy="1443000"/>
          </a:xfrm>
          <a:prstGeom prst="cloudCallout">
            <a:avLst>
              <a:gd fmla="val 49713" name="adj1"/>
              <a:gd fmla="val 65069"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Show me Immediately.</a:t>
            </a:r>
            <a:endParaRPr/>
          </a:p>
        </p:txBody>
      </p:sp>
      <p:sp>
        <p:nvSpPr>
          <p:cNvPr id="263" name="Google Shape;263;p34">
            <a:hlinkClick action="ppaction://hlinksldjump" r:id="rId6"/>
          </p:cNvPr>
          <p:cNvSpPr txBox="1"/>
          <p:nvPr/>
        </p:nvSpPr>
        <p:spPr>
          <a:xfrm>
            <a:off x="7849125" y="4664400"/>
            <a:ext cx="1562700" cy="47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rgbClr val="FF0000"/>
                </a:solidFill>
                <a:highlight>
                  <a:srgbClr val="4A86E8"/>
                </a:highlight>
              </a:rPr>
              <a:t>NEXT →</a:t>
            </a:r>
            <a:endParaRPr sz="2300">
              <a:solidFill>
                <a:srgbClr val="FF0000"/>
              </a:solidFill>
              <a:highlight>
                <a:srgbClr val="4A86E8"/>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2">
                                  <p:stCondLst>
                                    <p:cond delay="0"/>
                                  </p:stCondLst>
                                  <p:childTnLst>
                                    <p:set>
                                      <p:cBhvr>
                                        <p:cTn dur="1" fill="hold">
                                          <p:stCondLst>
                                            <p:cond delay="0"/>
                                          </p:stCondLst>
                                        </p:cTn>
                                        <p:tgtEl>
                                          <p:spTgt spid="260"/>
                                        </p:tgtEl>
                                        <p:attrNameLst>
                                          <p:attrName>style.visibility</p:attrName>
                                        </p:attrNameLst>
                                      </p:cBhvr>
                                      <p:to>
                                        <p:strVal val="visible"/>
                                      </p:to>
                                    </p:set>
                                    <p:anim calcmode="lin" valueType="num">
                                      <p:cBhvr additive="base">
                                        <p:cTn dur="1300"/>
                                        <p:tgtEl>
                                          <p:spTgt spid="260"/>
                                        </p:tgtEl>
                                        <p:attrNameLst>
                                          <p:attrName>ppt_x</p:attrName>
                                        </p:attrNameLst>
                                      </p:cBhvr>
                                      <p:tavLst>
                                        <p:tav fmla="" tm="0">
                                          <p:val>
                                            <p:strVal val="#ppt_x+1"/>
                                          </p:val>
                                        </p:tav>
                                        <p:tav fmla="" tm="100000">
                                          <p:val>
                                            <p:strVal val="#ppt_x"/>
                                          </p:val>
                                        </p:tav>
                                      </p:tavLst>
                                    </p:anim>
                                  </p:childTnLst>
                                </p:cTn>
                              </p:par>
                            </p:childTnLst>
                          </p:cTn>
                        </p:par>
                        <p:par>
                          <p:cTn fill="hold">
                            <p:stCondLst>
                              <p:cond delay="1300"/>
                            </p:stCondLst>
                            <p:childTnLst>
                              <p:par>
                                <p:cTn fill="hold" nodeType="afterEffect" presetClass="entr" presetID="23" presetSubtype="16">
                                  <p:stCondLst>
                                    <p:cond delay="0"/>
                                  </p:stCondLst>
                                  <p:childTnLst>
                                    <p:set>
                                      <p:cBhvr>
                                        <p:cTn dur="1" fill="hold">
                                          <p:stCondLst>
                                            <p:cond delay="0"/>
                                          </p:stCondLst>
                                        </p:cTn>
                                        <p:tgtEl>
                                          <p:spTgt spid="261"/>
                                        </p:tgtEl>
                                        <p:attrNameLst>
                                          <p:attrName>style.visibility</p:attrName>
                                        </p:attrNameLst>
                                      </p:cBhvr>
                                      <p:to>
                                        <p:strVal val="visible"/>
                                      </p:to>
                                    </p:set>
                                    <p:anim calcmode="lin" valueType="num">
                                      <p:cBhvr additive="base">
                                        <p:cTn dur="1000"/>
                                        <p:tgtEl>
                                          <p:spTgt spid="261"/>
                                        </p:tgtEl>
                                        <p:attrNameLst>
                                          <p:attrName>ppt_w</p:attrName>
                                        </p:attrNameLst>
                                      </p:cBhvr>
                                      <p:tavLst>
                                        <p:tav fmla="" tm="0">
                                          <p:val>
                                            <p:strVal val="0"/>
                                          </p:val>
                                        </p:tav>
                                        <p:tav fmla="" tm="100000">
                                          <p:val>
                                            <p:strVal val="#ppt_w"/>
                                          </p:val>
                                        </p:tav>
                                      </p:tavLst>
                                    </p:anim>
                                    <p:anim calcmode="lin" valueType="num">
                                      <p:cBhvr additive="base">
                                        <p:cTn dur="1000"/>
                                        <p:tgtEl>
                                          <p:spTgt spid="261"/>
                                        </p:tgtEl>
                                        <p:attrNameLst>
                                          <p:attrName>ppt_h</p:attrName>
                                        </p:attrNameLst>
                                      </p:cBhvr>
                                      <p:tavLst>
                                        <p:tav fmla="" tm="0">
                                          <p:val>
                                            <p:strVal val="0"/>
                                          </p:val>
                                        </p:tav>
                                        <p:tav fmla="" tm="100000">
                                          <p:val>
                                            <p:strVal val="#ppt_h"/>
                                          </p:val>
                                        </p:tav>
                                      </p:tavLst>
                                    </p:anim>
                                  </p:childTnLst>
                                </p:cTn>
                              </p:par>
                            </p:childTnLst>
                          </p:cTn>
                        </p:par>
                        <p:par>
                          <p:cTn fill="hold">
                            <p:stCondLst>
                              <p:cond delay="2300"/>
                            </p:stCondLst>
                            <p:childTnLst>
                              <p:par>
                                <p:cTn fill="hold" nodeType="afterEffect" presetClass="entr" presetID="23" presetSubtype="16">
                                  <p:stCondLst>
                                    <p:cond delay="0"/>
                                  </p:stCondLst>
                                  <p:childTnLst>
                                    <p:set>
                                      <p:cBhvr>
                                        <p:cTn dur="1" fill="hold">
                                          <p:stCondLst>
                                            <p:cond delay="0"/>
                                          </p:stCondLst>
                                        </p:cTn>
                                        <p:tgtEl>
                                          <p:spTgt spid="262"/>
                                        </p:tgtEl>
                                        <p:attrNameLst>
                                          <p:attrName>style.visibility</p:attrName>
                                        </p:attrNameLst>
                                      </p:cBhvr>
                                      <p:to>
                                        <p:strVal val="visible"/>
                                      </p:to>
                                    </p:set>
                                    <p:anim calcmode="lin" valueType="num">
                                      <p:cBhvr additive="base">
                                        <p:cTn dur="1000"/>
                                        <p:tgtEl>
                                          <p:spTgt spid="262"/>
                                        </p:tgtEl>
                                        <p:attrNameLst>
                                          <p:attrName>ppt_w</p:attrName>
                                        </p:attrNameLst>
                                      </p:cBhvr>
                                      <p:tavLst>
                                        <p:tav fmla="" tm="0">
                                          <p:val>
                                            <p:strVal val="0"/>
                                          </p:val>
                                        </p:tav>
                                        <p:tav fmla="" tm="100000">
                                          <p:val>
                                            <p:strVal val="#ppt_w"/>
                                          </p:val>
                                        </p:tav>
                                      </p:tavLst>
                                    </p:anim>
                                    <p:anim calcmode="lin" valueType="num">
                                      <p:cBhvr additive="base">
                                        <p:cTn dur="1000"/>
                                        <p:tgtEl>
                                          <p:spTgt spid="26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5"/>
          <p:cNvSpPr txBox="1"/>
          <p:nvPr>
            <p:ph type="title"/>
          </p:nvPr>
        </p:nvSpPr>
        <p:spPr>
          <a:xfrm>
            <a:off x="311700" y="1772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269" name="Google Shape;269;p35" title="vecteezy_detective-workspace-background_22603619.jpg"/>
          <p:cNvPicPr preferRelativeResize="0"/>
          <p:nvPr/>
        </p:nvPicPr>
        <p:blipFill>
          <a:blip r:embed="rId3">
            <a:alphaModFix/>
          </a:blip>
          <a:stretch>
            <a:fillRect/>
          </a:stretch>
        </p:blipFill>
        <p:spPr>
          <a:xfrm>
            <a:off x="0" y="0"/>
            <a:ext cx="9144000" cy="5143500"/>
          </a:xfrm>
          <a:prstGeom prst="rect">
            <a:avLst/>
          </a:prstGeom>
          <a:noFill/>
          <a:ln>
            <a:noFill/>
          </a:ln>
        </p:spPr>
      </p:pic>
      <p:pic>
        <p:nvPicPr>
          <p:cNvPr id="270" name="Google Shape;270;p35"/>
          <p:cNvPicPr preferRelativeResize="0"/>
          <p:nvPr/>
        </p:nvPicPr>
        <p:blipFill rotWithShape="1">
          <a:blip r:embed="rId4">
            <a:alphaModFix/>
          </a:blip>
          <a:srcRect b="7809" l="8779" r="9781" t="0"/>
          <a:stretch/>
        </p:blipFill>
        <p:spPr>
          <a:xfrm>
            <a:off x="3035073" y="315204"/>
            <a:ext cx="2583896" cy="4513101"/>
          </a:xfrm>
          <a:prstGeom prst="rect">
            <a:avLst/>
          </a:prstGeom>
          <a:noFill/>
          <a:ln>
            <a:noFill/>
          </a:ln>
        </p:spPr>
      </p:pic>
      <p:sp>
        <p:nvSpPr>
          <p:cNvPr id="271" name="Google Shape;271;p35"/>
          <p:cNvSpPr txBox="1"/>
          <p:nvPr/>
        </p:nvSpPr>
        <p:spPr>
          <a:xfrm>
            <a:off x="3953363" y="1064785"/>
            <a:ext cx="747300" cy="132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 sz="933">
                <a:solidFill>
                  <a:schemeClr val="dk1"/>
                </a:solidFill>
              </a:rPr>
              <a:t>Mr. Blake</a:t>
            </a:r>
            <a:endParaRPr sz="933">
              <a:solidFill>
                <a:schemeClr val="dk1"/>
              </a:solidFill>
            </a:endParaRPr>
          </a:p>
        </p:txBody>
      </p:sp>
      <p:sp>
        <p:nvSpPr>
          <p:cNvPr id="272" name="Google Shape;272;p35"/>
          <p:cNvSpPr txBox="1"/>
          <p:nvPr/>
        </p:nvSpPr>
        <p:spPr>
          <a:xfrm>
            <a:off x="3396558" y="1401058"/>
            <a:ext cx="3072300" cy="132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 sz="1067">
                <a:solidFill>
                  <a:schemeClr val="dk1"/>
                </a:solidFill>
              </a:rPr>
              <a:t>Hi. How are you?</a:t>
            </a:r>
            <a:endParaRPr sz="1067">
              <a:solidFill>
                <a:schemeClr val="dk1"/>
              </a:solidFill>
            </a:endParaRPr>
          </a:p>
        </p:txBody>
      </p:sp>
      <p:sp>
        <p:nvSpPr>
          <p:cNvPr id="273" name="Google Shape;273;p35"/>
          <p:cNvSpPr txBox="1"/>
          <p:nvPr/>
        </p:nvSpPr>
        <p:spPr>
          <a:xfrm>
            <a:off x="4278017" y="1699905"/>
            <a:ext cx="3072300" cy="132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 sz="1067">
                <a:solidFill>
                  <a:schemeClr val="dk1"/>
                </a:solidFill>
              </a:rPr>
              <a:t>Hi. I’m fine</a:t>
            </a:r>
            <a:endParaRPr sz="1067">
              <a:solidFill>
                <a:schemeClr val="dk1"/>
              </a:solidFill>
            </a:endParaRPr>
          </a:p>
        </p:txBody>
      </p:sp>
      <p:sp>
        <p:nvSpPr>
          <p:cNvPr id="274" name="Google Shape;274;p35"/>
          <p:cNvSpPr txBox="1"/>
          <p:nvPr/>
        </p:nvSpPr>
        <p:spPr>
          <a:xfrm>
            <a:off x="3401973" y="2023683"/>
            <a:ext cx="1298700" cy="572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 sz="1067">
                <a:solidFill>
                  <a:schemeClr val="dk1"/>
                </a:solidFill>
              </a:rPr>
              <a:t>We need to talk about what you found</a:t>
            </a:r>
            <a:endParaRPr sz="1067">
              <a:solidFill>
                <a:schemeClr val="dk1"/>
              </a:solidFill>
            </a:endParaRPr>
          </a:p>
        </p:txBody>
      </p:sp>
      <p:sp>
        <p:nvSpPr>
          <p:cNvPr id="275" name="Google Shape;275;p35"/>
          <p:cNvSpPr txBox="1"/>
          <p:nvPr/>
        </p:nvSpPr>
        <p:spPr>
          <a:xfrm>
            <a:off x="4075774" y="2641099"/>
            <a:ext cx="1298700" cy="572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 sz="867">
                <a:solidFill>
                  <a:schemeClr val="dk1"/>
                </a:solidFill>
              </a:rPr>
              <a:t>I ain’t keeping it a secret </a:t>
            </a:r>
            <a:endParaRPr sz="867">
              <a:solidFill>
                <a:schemeClr val="dk1"/>
              </a:solidFill>
            </a:endParaRPr>
          </a:p>
        </p:txBody>
      </p:sp>
      <p:sp>
        <p:nvSpPr>
          <p:cNvPr id="276" name="Google Shape;276;p35"/>
          <p:cNvSpPr txBox="1"/>
          <p:nvPr/>
        </p:nvSpPr>
        <p:spPr>
          <a:xfrm>
            <a:off x="3489090" y="3015633"/>
            <a:ext cx="648300" cy="15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NO</a:t>
            </a:r>
            <a:endParaRPr sz="1100">
              <a:solidFill>
                <a:schemeClr val="dk1"/>
              </a:solidFill>
            </a:endParaRPr>
          </a:p>
        </p:txBody>
      </p:sp>
      <p:sp>
        <p:nvSpPr>
          <p:cNvPr id="277" name="Google Shape;277;p35"/>
          <p:cNvSpPr txBox="1"/>
          <p:nvPr/>
        </p:nvSpPr>
        <p:spPr>
          <a:xfrm>
            <a:off x="4419148" y="3241116"/>
            <a:ext cx="747300" cy="15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t>Yes</a:t>
            </a:r>
            <a:endParaRPr sz="1300"/>
          </a:p>
        </p:txBody>
      </p:sp>
      <p:sp>
        <p:nvSpPr>
          <p:cNvPr id="278" name="Google Shape;278;p35">
            <a:hlinkClick action="ppaction://hlinksldjump" r:id="rId5"/>
          </p:cNvPr>
          <p:cNvSpPr txBox="1"/>
          <p:nvPr/>
        </p:nvSpPr>
        <p:spPr>
          <a:xfrm>
            <a:off x="7849125" y="4664400"/>
            <a:ext cx="1562700" cy="47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rgbClr val="FF0000"/>
                </a:solidFill>
                <a:highlight>
                  <a:srgbClr val="4A86E8"/>
                </a:highlight>
              </a:rPr>
              <a:t>NEXT →</a:t>
            </a:r>
            <a:endParaRPr sz="2300">
              <a:solidFill>
                <a:srgbClr val="FF0000"/>
              </a:solidFill>
              <a:highlight>
                <a:srgbClr val="4A86E8"/>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4">
                                  <p:stCondLst>
                                    <p:cond delay="0"/>
                                  </p:stCondLst>
                                  <p:childTnLst>
                                    <p:set>
                                      <p:cBhvr>
                                        <p:cTn dur="1" fill="hold">
                                          <p:stCondLst>
                                            <p:cond delay="0"/>
                                          </p:stCondLst>
                                        </p:cTn>
                                        <p:tgtEl>
                                          <p:spTgt spid="270"/>
                                        </p:tgtEl>
                                        <p:attrNameLst>
                                          <p:attrName>style.visibility</p:attrName>
                                        </p:attrNameLst>
                                      </p:cBhvr>
                                      <p:to>
                                        <p:strVal val="visible"/>
                                      </p:to>
                                    </p:set>
                                    <p:anim calcmode="lin" valueType="num">
                                      <p:cBhvr additive="base">
                                        <p:cTn dur="1000"/>
                                        <p:tgtEl>
                                          <p:spTgt spid="27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72"/>
                                        </p:tgtEl>
                                        <p:attrNameLst>
                                          <p:attrName>style.visibility</p:attrName>
                                        </p:attrNameLst>
                                      </p:cBhvr>
                                      <p:to>
                                        <p:strVal val="visible"/>
                                      </p:to>
                                    </p:set>
                                    <p:anim calcmode="lin" valueType="num">
                                      <p:cBhvr additive="base">
                                        <p:cTn dur="1000"/>
                                        <p:tgtEl>
                                          <p:spTgt spid="27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73"/>
                                        </p:tgtEl>
                                        <p:attrNameLst>
                                          <p:attrName>style.visibility</p:attrName>
                                        </p:attrNameLst>
                                      </p:cBhvr>
                                      <p:to>
                                        <p:strVal val="visible"/>
                                      </p:to>
                                    </p:set>
                                    <p:anim calcmode="lin" valueType="num">
                                      <p:cBhvr additive="base">
                                        <p:cTn dur="1000"/>
                                        <p:tgtEl>
                                          <p:spTgt spid="27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74"/>
                                        </p:tgtEl>
                                        <p:attrNameLst>
                                          <p:attrName>style.visibility</p:attrName>
                                        </p:attrNameLst>
                                      </p:cBhvr>
                                      <p:to>
                                        <p:strVal val="visible"/>
                                      </p:to>
                                    </p:set>
                                    <p:anim calcmode="lin" valueType="num">
                                      <p:cBhvr additive="base">
                                        <p:cTn dur="1000"/>
                                        <p:tgtEl>
                                          <p:spTgt spid="27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75"/>
                                        </p:tgtEl>
                                        <p:attrNameLst>
                                          <p:attrName>style.visibility</p:attrName>
                                        </p:attrNameLst>
                                      </p:cBhvr>
                                      <p:to>
                                        <p:strVal val="visible"/>
                                      </p:to>
                                    </p:set>
                                    <p:anim calcmode="lin" valueType="num">
                                      <p:cBhvr additive="base">
                                        <p:cTn dur="1000"/>
                                        <p:tgtEl>
                                          <p:spTgt spid="27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76"/>
                                        </p:tgtEl>
                                        <p:attrNameLst>
                                          <p:attrName>style.visibility</p:attrName>
                                        </p:attrNameLst>
                                      </p:cBhvr>
                                      <p:to>
                                        <p:strVal val="visible"/>
                                      </p:to>
                                    </p:set>
                                    <p:anim calcmode="lin" valueType="num">
                                      <p:cBhvr additive="base">
                                        <p:cTn dur="1000"/>
                                        <p:tgtEl>
                                          <p:spTgt spid="27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77"/>
                                        </p:tgtEl>
                                        <p:attrNameLst>
                                          <p:attrName>style.visibility</p:attrName>
                                        </p:attrNameLst>
                                      </p:cBhvr>
                                      <p:to>
                                        <p:strVal val="visible"/>
                                      </p:to>
                                    </p:set>
                                    <p:anim calcmode="lin" valueType="num">
                                      <p:cBhvr additive="base">
                                        <p:cTn dur="1000"/>
                                        <p:tgtEl>
                                          <p:spTgt spid="27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71"/>
                                        </p:tgtEl>
                                        <p:attrNameLst>
                                          <p:attrName>style.visibility</p:attrName>
                                        </p:attrNameLst>
                                      </p:cBhvr>
                                      <p:to>
                                        <p:strVal val="visible"/>
                                      </p:to>
                                    </p:set>
                                    <p:anim calcmode="lin" valueType="num">
                                      <p:cBhvr additive="base">
                                        <p:cTn dur="1000"/>
                                        <p:tgtEl>
                                          <p:spTgt spid="27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6"/>
          <p:cNvSpPr txBox="1"/>
          <p:nvPr>
            <p:ph type="title"/>
          </p:nvPr>
        </p:nvSpPr>
        <p:spPr>
          <a:xfrm>
            <a:off x="75075" y="582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84" name="Google Shape;284;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85" name="Google Shape;285;p36"/>
          <p:cNvPicPr preferRelativeResize="0"/>
          <p:nvPr/>
        </p:nvPicPr>
        <p:blipFill>
          <a:blip r:embed="rId3">
            <a:alphaModFix/>
          </a:blip>
          <a:stretch>
            <a:fillRect/>
          </a:stretch>
        </p:blipFill>
        <p:spPr>
          <a:xfrm>
            <a:off x="0" y="0"/>
            <a:ext cx="9144001" cy="5143500"/>
          </a:xfrm>
          <a:prstGeom prst="rect">
            <a:avLst/>
          </a:prstGeom>
          <a:noFill/>
          <a:ln>
            <a:noFill/>
          </a:ln>
        </p:spPr>
      </p:pic>
      <p:pic>
        <p:nvPicPr>
          <p:cNvPr id="286" name="Google Shape;286;p36"/>
          <p:cNvPicPr preferRelativeResize="0"/>
          <p:nvPr/>
        </p:nvPicPr>
        <p:blipFill rotWithShape="1">
          <a:blip r:embed="rId4">
            <a:alphaModFix/>
          </a:blip>
          <a:srcRect b="60899" l="32505" r="36343" t="0"/>
          <a:stretch/>
        </p:blipFill>
        <p:spPr>
          <a:xfrm flipH="1">
            <a:off x="2416049" y="1152475"/>
            <a:ext cx="1818301" cy="1443099"/>
          </a:xfrm>
          <a:prstGeom prst="rect">
            <a:avLst/>
          </a:prstGeom>
          <a:noFill/>
          <a:ln>
            <a:noFill/>
          </a:ln>
        </p:spPr>
      </p:pic>
      <p:pic>
        <p:nvPicPr>
          <p:cNvPr id="287" name="Google Shape;287;p36"/>
          <p:cNvPicPr preferRelativeResize="0"/>
          <p:nvPr/>
        </p:nvPicPr>
        <p:blipFill rotWithShape="1">
          <a:blip r:embed="rId5">
            <a:alphaModFix/>
          </a:blip>
          <a:srcRect b="0" l="40997" r="23291" t="0"/>
          <a:stretch/>
        </p:blipFill>
        <p:spPr>
          <a:xfrm>
            <a:off x="3860750" y="901650"/>
            <a:ext cx="1465950" cy="4104825"/>
          </a:xfrm>
          <a:prstGeom prst="rect">
            <a:avLst/>
          </a:prstGeom>
          <a:noFill/>
          <a:ln>
            <a:noFill/>
          </a:ln>
        </p:spPr>
      </p:pic>
      <p:sp>
        <p:nvSpPr>
          <p:cNvPr id="288" name="Google Shape;288;p36"/>
          <p:cNvSpPr/>
          <p:nvPr/>
        </p:nvSpPr>
        <p:spPr>
          <a:xfrm>
            <a:off x="5326700" y="58200"/>
            <a:ext cx="2647500" cy="1443000"/>
          </a:xfrm>
          <a:prstGeom prst="cloudCallout">
            <a:avLst>
              <a:gd fmla="val -65993" name="adj1"/>
              <a:gd fmla="val 51518"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t>Does this help?</a:t>
            </a:r>
            <a:endParaRPr sz="1300"/>
          </a:p>
        </p:txBody>
      </p:sp>
      <p:sp>
        <p:nvSpPr>
          <p:cNvPr id="289" name="Google Shape;289;p36"/>
          <p:cNvSpPr/>
          <p:nvPr/>
        </p:nvSpPr>
        <p:spPr>
          <a:xfrm>
            <a:off x="75075" y="0"/>
            <a:ext cx="2647500" cy="1443000"/>
          </a:xfrm>
          <a:prstGeom prst="cloudCallout">
            <a:avLst>
              <a:gd fmla="val 49713" name="adj1"/>
              <a:gd fmla="val 65069"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YES! A LOT!!!</a:t>
            </a:r>
            <a:endParaRPr/>
          </a:p>
        </p:txBody>
      </p:sp>
      <p:sp>
        <p:nvSpPr>
          <p:cNvPr id="290" name="Google Shape;290;p36">
            <a:hlinkClick action="ppaction://hlinksldjump" r:id="rId6"/>
          </p:cNvPr>
          <p:cNvSpPr txBox="1"/>
          <p:nvPr/>
        </p:nvSpPr>
        <p:spPr>
          <a:xfrm>
            <a:off x="7849125" y="4664400"/>
            <a:ext cx="1562700" cy="47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rgbClr val="FF0000"/>
                </a:solidFill>
                <a:highlight>
                  <a:srgbClr val="4A86E8"/>
                </a:highlight>
              </a:rPr>
              <a:t>NEXT →</a:t>
            </a:r>
            <a:endParaRPr sz="2300">
              <a:solidFill>
                <a:srgbClr val="FF0000"/>
              </a:solidFill>
              <a:highlight>
                <a:srgbClr val="4A86E8"/>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288"/>
                                        </p:tgtEl>
                                        <p:attrNameLst>
                                          <p:attrName>style.visibility</p:attrName>
                                        </p:attrNameLst>
                                      </p:cBhvr>
                                      <p:to>
                                        <p:strVal val="visible"/>
                                      </p:to>
                                    </p:set>
                                    <p:anim calcmode="lin" valueType="num">
                                      <p:cBhvr additive="base">
                                        <p:cTn dur="1000"/>
                                        <p:tgtEl>
                                          <p:spTgt spid="288"/>
                                        </p:tgtEl>
                                        <p:attrNameLst>
                                          <p:attrName>ppt_w</p:attrName>
                                        </p:attrNameLst>
                                      </p:cBhvr>
                                      <p:tavLst>
                                        <p:tav fmla="" tm="0">
                                          <p:val>
                                            <p:strVal val="0"/>
                                          </p:val>
                                        </p:tav>
                                        <p:tav fmla="" tm="100000">
                                          <p:val>
                                            <p:strVal val="#ppt_w"/>
                                          </p:val>
                                        </p:tav>
                                      </p:tavLst>
                                    </p:anim>
                                    <p:anim calcmode="lin" valueType="num">
                                      <p:cBhvr additive="base">
                                        <p:cTn dur="1000"/>
                                        <p:tgtEl>
                                          <p:spTgt spid="288"/>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289"/>
                                        </p:tgtEl>
                                        <p:attrNameLst>
                                          <p:attrName>style.visibility</p:attrName>
                                        </p:attrNameLst>
                                      </p:cBhvr>
                                      <p:to>
                                        <p:strVal val="visible"/>
                                      </p:to>
                                    </p:set>
                                    <p:anim calcmode="lin" valueType="num">
                                      <p:cBhvr additive="base">
                                        <p:cTn dur="1000"/>
                                        <p:tgtEl>
                                          <p:spTgt spid="289"/>
                                        </p:tgtEl>
                                        <p:attrNameLst>
                                          <p:attrName>ppt_w</p:attrName>
                                        </p:attrNameLst>
                                      </p:cBhvr>
                                      <p:tavLst>
                                        <p:tav fmla="" tm="0">
                                          <p:val>
                                            <p:strVal val="0"/>
                                          </p:val>
                                        </p:tav>
                                        <p:tav fmla="" tm="100000">
                                          <p:val>
                                            <p:strVal val="#ppt_w"/>
                                          </p:val>
                                        </p:tav>
                                      </p:tavLst>
                                    </p:anim>
                                    <p:anim calcmode="lin" valueType="num">
                                      <p:cBhvr additive="base">
                                        <p:cTn dur="1000"/>
                                        <p:tgtEl>
                                          <p:spTgt spid="28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96" name="Google Shape;296;p37"/>
          <p:cNvSpPr txBox="1"/>
          <p:nvPr>
            <p:ph type="title"/>
          </p:nvPr>
        </p:nvSpPr>
        <p:spPr>
          <a:xfrm>
            <a:off x="75075" y="582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97" name="Google Shape;297;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98" name="Google Shape;298;p37"/>
          <p:cNvPicPr preferRelativeResize="0"/>
          <p:nvPr/>
        </p:nvPicPr>
        <p:blipFill>
          <a:blip r:embed="rId3">
            <a:alphaModFix/>
          </a:blip>
          <a:stretch>
            <a:fillRect/>
          </a:stretch>
        </p:blipFill>
        <p:spPr>
          <a:xfrm>
            <a:off x="0" y="0"/>
            <a:ext cx="9144001" cy="5143500"/>
          </a:xfrm>
          <a:prstGeom prst="rect">
            <a:avLst/>
          </a:prstGeom>
          <a:noFill/>
          <a:ln>
            <a:noFill/>
          </a:ln>
        </p:spPr>
      </p:pic>
      <p:pic>
        <p:nvPicPr>
          <p:cNvPr id="299" name="Google Shape;299;p37"/>
          <p:cNvPicPr preferRelativeResize="0"/>
          <p:nvPr/>
        </p:nvPicPr>
        <p:blipFill rotWithShape="1">
          <a:blip r:embed="rId4">
            <a:alphaModFix/>
          </a:blip>
          <a:srcRect b="60899" l="32505" r="36343" t="0"/>
          <a:stretch/>
        </p:blipFill>
        <p:spPr>
          <a:xfrm flipH="1">
            <a:off x="2416049" y="1152475"/>
            <a:ext cx="1818301" cy="1443099"/>
          </a:xfrm>
          <a:prstGeom prst="rect">
            <a:avLst/>
          </a:prstGeom>
          <a:noFill/>
          <a:ln>
            <a:noFill/>
          </a:ln>
        </p:spPr>
      </p:pic>
      <p:pic>
        <p:nvPicPr>
          <p:cNvPr id="300" name="Google Shape;300;p37"/>
          <p:cNvPicPr preferRelativeResize="0"/>
          <p:nvPr/>
        </p:nvPicPr>
        <p:blipFill rotWithShape="1">
          <a:blip r:embed="rId5">
            <a:alphaModFix/>
          </a:blip>
          <a:srcRect b="0" l="40997" r="23291" t="0"/>
          <a:stretch/>
        </p:blipFill>
        <p:spPr>
          <a:xfrm>
            <a:off x="3860750" y="901650"/>
            <a:ext cx="1465950" cy="4104825"/>
          </a:xfrm>
          <a:prstGeom prst="rect">
            <a:avLst/>
          </a:prstGeom>
          <a:noFill/>
          <a:ln>
            <a:noFill/>
          </a:ln>
        </p:spPr>
      </p:pic>
      <p:sp>
        <p:nvSpPr>
          <p:cNvPr id="301" name="Google Shape;301;p37"/>
          <p:cNvSpPr/>
          <p:nvPr/>
        </p:nvSpPr>
        <p:spPr>
          <a:xfrm>
            <a:off x="75075" y="0"/>
            <a:ext cx="2647500" cy="1443000"/>
          </a:xfrm>
          <a:prstGeom prst="cloudCallout">
            <a:avLst>
              <a:gd fmla="val 49713" name="adj1"/>
              <a:gd fmla="val 65069"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Now Let’s make our final decision</a:t>
            </a:r>
            <a:endParaRPr/>
          </a:p>
        </p:txBody>
      </p:sp>
      <p:sp>
        <p:nvSpPr>
          <p:cNvPr id="302" name="Google Shape;302;p37">
            <a:hlinkClick action="ppaction://hlinksldjump" r:id="rId6"/>
          </p:cNvPr>
          <p:cNvSpPr txBox="1"/>
          <p:nvPr/>
        </p:nvSpPr>
        <p:spPr>
          <a:xfrm>
            <a:off x="7849125" y="4664400"/>
            <a:ext cx="1562700" cy="47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rgbClr val="FF0000"/>
                </a:solidFill>
                <a:highlight>
                  <a:srgbClr val="4A86E8"/>
                </a:highlight>
              </a:rPr>
              <a:t>NEXT →</a:t>
            </a:r>
            <a:endParaRPr sz="2300">
              <a:solidFill>
                <a:srgbClr val="FF0000"/>
              </a:solidFill>
              <a:highlight>
                <a:srgbClr val="4A86E8"/>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xit" presetID="2" presetSubtype="8">
                                  <p:stCondLst>
                                    <p:cond delay="0"/>
                                  </p:stCondLst>
                                  <p:childTnLst>
                                    <p:anim calcmode="lin" valueType="num">
                                      <p:cBhvr additive="base">
                                        <p:cTn dur="3100"/>
                                        <p:tgtEl>
                                          <p:spTgt spid="300"/>
                                        </p:tgtEl>
                                        <p:attrNameLst>
                                          <p:attrName>ppt_x</p:attrName>
                                        </p:attrNameLst>
                                      </p:cBhvr>
                                      <p:tavLst>
                                        <p:tav fmla="" tm="0">
                                          <p:val>
                                            <p:strVal val="#ppt_x"/>
                                          </p:val>
                                        </p:tav>
                                        <p:tav fmla="" tm="100000">
                                          <p:val>
                                            <p:strVal val="#ppt_x-1"/>
                                          </p:val>
                                        </p:tav>
                                      </p:tavLst>
                                    </p:anim>
                                    <p:set>
                                      <p:cBhvr>
                                        <p:cTn dur="1" fill="hold">
                                          <p:stCondLst>
                                            <p:cond delay="3100"/>
                                          </p:stCondLst>
                                        </p:cTn>
                                        <p:tgtEl>
                                          <p:spTgt spid="300"/>
                                        </p:tgtEl>
                                        <p:attrNameLst>
                                          <p:attrName>style.visibility</p:attrName>
                                        </p:attrNameLst>
                                      </p:cBhvr>
                                      <p:to>
                                        <p:strVal val="hidden"/>
                                      </p:to>
                                    </p:set>
                                  </p:childTnLst>
                                </p:cTn>
                              </p:par>
                            </p:childTnLst>
                          </p:cTn>
                        </p:par>
                        <p:par>
                          <p:cTn fill="hold">
                            <p:stCondLst>
                              <p:cond delay="3100"/>
                            </p:stCondLst>
                            <p:childTnLst>
                              <p:par>
                                <p:cTn fill="hold" nodeType="afterEffect" presetClass="entr" presetID="23" presetSubtype="16">
                                  <p:stCondLst>
                                    <p:cond delay="0"/>
                                  </p:stCondLst>
                                  <p:childTnLst>
                                    <p:set>
                                      <p:cBhvr>
                                        <p:cTn dur="1" fill="hold">
                                          <p:stCondLst>
                                            <p:cond delay="0"/>
                                          </p:stCondLst>
                                        </p:cTn>
                                        <p:tgtEl>
                                          <p:spTgt spid="301"/>
                                        </p:tgtEl>
                                        <p:attrNameLst>
                                          <p:attrName>style.visibility</p:attrName>
                                        </p:attrNameLst>
                                      </p:cBhvr>
                                      <p:to>
                                        <p:strVal val="visible"/>
                                      </p:to>
                                    </p:set>
                                    <p:anim calcmode="lin" valueType="num">
                                      <p:cBhvr additive="base">
                                        <p:cTn dur="1000"/>
                                        <p:tgtEl>
                                          <p:spTgt spid="301"/>
                                        </p:tgtEl>
                                        <p:attrNameLst>
                                          <p:attrName>ppt_w</p:attrName>
                                        </p:attrNameLst>
                                      </p:cBhvr>
                                      <p:tavLst>
                                        <p:tav fmla="" tm="0">
                                          <p:val>
                                            <p:strVal val="0"/>
                                          </p:val>
                                        </p:tav>
                                        <p:tav fmla="" tm="100000">
                                          <p:val>
                                            <p:strVal val="#ppt_w"/>
                                          </p:val>
                                        </p:tav>
                                      </p:tavLst>
                                    </p:anim>
                                    <p:anim calcmode="lin" valueType="num">
                                      <p:cBhvr additive="base">
                                        <p:cTn dur="1000"/>
                                        <p:tgtEl>
                                          <p:spTgt spid="30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9999"/>
        </a:solidFill>
      </p:bgPr>
    </p:bg>
    <p:spTree>
      <p:nvGrpSpPr>
        <p:cNvPr id="306" name="Shape 306"/>
        <p:cNvGrpSpPr/>
        <p:nvPr/>
      </p:nvGrpSpPr>
      <p:grpSpPr>
        <a:xfrm>
          <a:off x="0" y="0"/>
          <a:ext cx="0" cy="0"/>
          <a:chOff x="0" y="0"/>
          <a:chExt cx="0" cy="0"/>
        </a:xfrm>
      </p:grpSpPr>
      <p:sp>
        <p:nvSpPr>
          <p:cNvPr id="307" name="Google Shape;307;p38"/>
          <p:cNvSpPr txBox="1"/>
          <p:nvPr>
            <p:ph type="title"/>
          </p:nvPr>
        </p:nvSpPr>
        <p:spPr>
          <a:xfrm>
            <a:off x="311700" y="2333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Impact"/>
                <a:ea typeface="Impact"/>
                <a:cs typeface="Impact"/>
                <a:sym typeface="Impact"/>
              </a:rPr>
              <a:t>Who is the killer?</a:t>
            </a:r>
            <a:endParaRPr>
              <a:latin typeface="Impact"/>
              <a:ea typeface="Impact"/>
              <a:cs typeface="Impact"/>
              <a:sym typeface="Impact"/>
            </a:endParaRPr>
          </a:p>
        </p:txBody>
      </p:sp>
      <p:pic>
        <p:nvPicPr>
          <p:cNvPr id="308" name="Google Shape;308;p38"/>
          <p:cNvPicPr preferRelativeResize="0"/>
          <p:nvPr/>
        </p:nvPicPr>
        <p:blipFill rotWithShape="1">
          <a:blip r:embed="rId3">
            <a:alphaModFix/>
          </a:blip>
          <a:srcRect b="7247" l="21665" r="26910" t="7892"/>
          <a:stretch/>
        </p:blipFill>
        <p:spPr>
          <a:xfrm rot="16">
            <a:off x="3695891" y="1295736"/>
            <a:ext cx="1350068" cy="2783969"/>
          </a:xfrm>
          <a:prstGeom prst="rect">
            <a:avLst/>
          </a:prstGeom>
          <a:solidFill>
            <a:srgbClr val="FFE599"/>
          </a:solidFill>
          <a:ln cap="flat" cmpd="sng" w="76200">
            <a:solidFill>
              <a:srgbClr val="FF0000"/>
            </a:solidFill>
            <a:prstDash val="solid"/>
            <a:round/>
            <a:headEnd len="sm" w="sm" type="none"/>
            <a:tailEnd len="sm" w="sm" type="none"/>
          </a:ln>
        </p:spPr>
      </p:pic>
      <p:pic>
        <p:nvPicPr>
          <p:cNvPr id="309" name="Google Shape;309;p38"/>
          <p:cNvPicPr preferRelativeResize="0"/>
          <p:nvPr/>
        </p:nvPicPr>
        <p:blipFill rotWithShape="1">
          <a:blip r:embed="rId4">
            <a:alphaModFix/>
          </a:blip>
          <a:srcRect b="10525" l="19618" r="5188" t="3623"/>
          <a:stretch/>
        </p:blipFill>
        <p:spPr>
          <a:xfrm rot="-57">
            <a:off x="6462785" y="1295730"/>
            <a:ext cx="1596245" cy="2783948"/>
          </a:xfrm>
          <a:prstGeom prst="rect">
            <a:avLst/>
          </a:prstGeom>
          <a:solidFill>
            <a:srgbClr val="FFE599"/>
          </a:solidFill>
          <a:ln cap="flat" cmpd="sng" w="76200">
            <a:solidFill>
              <a:srgbClr val="FF0000"/>
            </a:solidFill>
            <a:prstDash val="solid"/>
            <a:round/>
            <a:headEnd len="sm" w="sm" type="none"/>
            <a:tailEnd len="sm" w="sm" type="none"/>
          </a:ln>
        </p:spPr>
      </p:pic>
      <p:pic>
        <p:nvPicPr>
          <p:cNvPr id="310" name="Google Shape;310;p38"/>
          <p:cNvPicPr preferRelativeResize="0"/>
          <p:nvPr/>
        </p:nvPicPr>
        <p:blipFill rotWithShape="1">
          <a:blip r:embed="rId5">
            <a:alphaModFix/>
          </a:blip>
          <a:srcRect b="0" l="24195" r="22301" t="0"/>
          <a:stretch/>
        </p:blipFill>
        <p:spPr>
          <a:xfrm rot="35">
            <a:off x="789619" y="1295726"/>
            <a:ext cx="1489449" cy="2783959"/>
          </a:xfrm>
          <a:prstGeom prst="rect">
            <a:avLst/>
          </a:prstGeom>
          <a:solidFill>
            <a:srgbClr val="FFE599"/>
          </a:solidFill>
          <a:ln cap="rnd" cmpd="sng" w="76200">
            <a:solidFill>
              <a:srgbClr val="FF0000"/>
            </a:solidFill>
            <a:prstDash val="solid"/>
            <a:round/>
            <a:headEnd len="sm" w="sm" type="none"/>
            <a:tailEnd len="sm" w="sm" type="none"/>
          </a:ln>
        </p:spPr>
      </p:pic>
      <p:sp>
        <p:nvSpPr>
          <p:cNvPr id="311" name="Google Shape;311;p38">
            <a:hlinkClick action="ppaction://hlinksldjump" r:id="rId6"/>
          </p:cNvPr>
          <p:cNvSpPr txBox="1"/>
          <p:nvPr/>
        </p:nvSpPr>
        <p:spPr>
          <a:xfrm>
            <a:off x="789575" y="1289263"/>
            <a:ext cx="1489500" cy="27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ㅤㅤㅤㅤㅤㅤㅤㅤㅤㅤㅤㅤㅤㅤㅤㅤㅤㅤㅤㅤㅤㅤㅤㅤㅤㅤㅤㅤㅤㅤㅤㅤㅤㅤㅤㅤㅤㅤㅤㅤㅤㅤㅤㅤㅤㅤㅤㅤㅤㅤ</a:t>
            </a:r>
            <a:endParaRPr sz="1800">
              <a:solidFill>
                <a:schemeClr val="dk2"/>
              </a:solidFill>
            </a:endParaRPr>
          </a:p>
        </p:txBody>
      </p:sp>
      <p:sp>
        <p:nvSpPr>
          <p:cNvPr id="312" name="Google Shape;312;p38">
            <a:hlinkClick action="ppaction://hlinksldjump" r:id="rId7"/>
          </p:cNvPr>
          <p:cNvSpPr txBox="1"/>
          <p:nvPr/>
        </p:nvSpPr>
        <p:spPr>
          <a:xfrm>
            <a:off x="3626175" y="1289254"/>
            <a:ext cx="1489500" cy="27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ㅤㅤㅤㅤㅤㅤㅤㅤㅤㅤㅤㅤㅤㅤㅤㅤㅤㅤㅤㅤㅤㅤㅤㅤㅤㅤㅤㅤㅤㅤㅤㅤㅤㅤㅤㅤㅤㅤㅤㅤㅤㅤㅤㅤㅤㅤㅤㅤㅤㅤ</a:t>
            </a:r>
            <a:endParaRPr sz="1800">
              <a:solidFill>
                <a:schemeClr val="dk2"/>
              </a:solidFill>
            </a:endParaRPr>
          </a:p>
        </p:txBody>
      </p:sp>
      <p:sp>
        <p:nvSpPr>
          <p:cNvPr id="313" name="Google Shape;313;p38">
            <a:hlinkClick action="ppaction://hlinksldjump" r:id="rId8"/>
          </p:cNvPr>
          <p:cNvSpPr txBox="1"/>
          <p:nvPr/>
        </p:nvSpPr>
        <p:spPr>
          <a:xfrm>
            <a:off x="6516150" y="1289258"/>
            <a:ext cx="1489500" cy="27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ㅤㅤㅤㅤㅤㅤㅤㅤㅤㅤㅤㅤㅤㅤㅤㅤㅤㅤㅤㅤㅤㅤㅤㅤㅤㅤㅤㅤㅤㅤㅤㅤㅤㅤㅤㅤㅤㅤㅤㅤㅤㅤㅤㅤㅤㅤㅤㅤㅤㅤ</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8">
                                  <p:stCondLst>
                                    <p:cond delay="0"/>
                                  </p:stCondLst>
                                  <p:childTnLst>
                                    <p:set>
                                      <p:cBhvr>
                                        <p:cTn dur="1" fill="hold">
                                          <p:stCondLst>
                                            <p:cond delay="0"/>
                                          </p:stCondLst>
                                        </p:cTn>
                                        <p:tgtEl>
                                          <p:spTgt spid="310"/>
                                        </p:tgtEl>
                                        <p:attrNameLst>
                                          <p:attrName>style.visibility</p:attrName>
                                        </p:attrNameLst>
                                      </p:cBhvr>
                                      <p:to>
                                        <p:strVal val="visible"/>
                                      </p:to>
                                    </p:set>
                                    <p:anim calcmode="lin" valueType="num">
                                      <p:cBhvr additive="base">
                                        <p:cTn dur="1000"/>
                                        <p:tgtEl>
                                          <p:spTgt spid="310"/>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0"/>
                                  </p:stCondLst>
                                  <p:childTnLst>
                                    <p:set>
                                      <p:cBhvr>
                                        <p:cTn dur="1" fill="hold">
                                          <p:stCondLst>
                                            <p:cond delay="0"/>
                                          </p:stCondLst>
                                        </p:cTn>
                                        <p:tgtEl>
                                          <p:spTgt spid="308"/>
                                        </p:tgtEl>
                                        <p:attrNameLst>
                                          <p:attrName>style.visibility</p:attrName>
                                        </p:attrNameLst>
                                      </p:cBhvr>
                                      <p:to>
                                        <p:strVal val="visible"/>
                                      </p:to>
                                    </p:set>
                                    <p:anim calcmode="lin" valueType="num">
                                      <p:cBhvr additive="base">
                                        <p:cTn dur="1000"/>
                                        <p:tgtEl>
                                          <p:spTgt spid="30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2">
                                  <p:stCondLst>
                                    <p:cond delay="0"/>
                                  </p:stCondLst>
                                  <p:childTnLst>
                                    <p:set>
                                      <p:cBhvr>
                                        <p:cTn dur="1" fill="hold">
                                          <p:stCondLst>
                                            <p:cond delay="0"/>
                                          </p:stCondLst>
                                        </p:cTn>
                                        <p:tgtEl>
                                          <p:spTgt spid="309"/>
                                        </p:tgtEl>
                                        <p:attrNameLst>
                                          <p:attrName>style.visibility</p:attrName>
                                        </p:attrNameLst>
                                      </p:cBhvr>
                                      <p:to>
                                        <p:strVal val="visible"/>
                                      </p:to>
                                    </p:set>
                                    <p:anim calcmode="lin" valueType="num">
                                      <p:cBhvr additive="base">
                                        <p:cTn dur="1000"/>
                                        <p:tgtEl>
                                          <p:spTgt spid="30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9999"/>
        </a:solidFill>
      </p:bgPr>
    </p:bg>
    <p:spTree>
      <p:nvGrpSpPr>
        <p:cNvPr id="317" name="Shape 317"/>
        <p:cNvGrpSpPr/>
        <p:nvPr/>
      </p:nvGrpSpPr>
      <p:grpSpPr>
        <a:xfrm>
          <a:off x="0" y="0"/>
          <a:ext cx="0" cy="0"/>
          <a:chOff x="0" y="0"/>
          <a:chExt cx="0" cy="0"/>
        </a:xfrm>
      </p:grpSpPr>
      <p:sp>
        <p:nvSpPr>
          <p:cNvPr id="318" name="Google Shape;318;p39"/>
          <p:cNvSpPr txBox="1"/>
          <p:nvPr>
            <p:ph type="title"/>
          </p:nvPr>
        </p:nvSpPr>
        <p:spPr>
          <a:xfrm>
            <a:off x="311700" y="2333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u="sng"/>
              <a:t>Ryan</a:t>
            </a:r>
            <a:endParaRPr u="sng"/>
          </a:p>
        </p:txBody>
      </p:sp>
      <p:pic>
        <p:nvPicPr>
          <p:cNvPr id="319" name="Google Shape;319;p39"/>
          <p:cNvPicPr preferRelativeResize="0"/>
          <p:nvPr/>
        </p:nvPicPr>
        <p:blipFill rotWithShape="1">
          <a:blip r:embed="rId3">
            <a:alphaModFix/>
          </a:blip>
          <a:srcRect b="0" l="24195" r="22301" t="0"/>
          <a:stretch/>
        </p:blipFill>
        <p:spPr>
          <a:xfrm rot="35">
            <a:off x="311694" y="1295726"/>
            <a:ext cx="1489449" cy="2783959"/>
          </a:xfrm>
          <a:prstGeom prst="rect">
            <a:avLst/>
          </a:prstGeom>
          <a:solidFill>
            <a:srgbClr val="FFE599"/>
          </a:solidFill>
          <a:ln cap="rnd" cmpd="sng" w="76200">
            <a:solidFill>
              <a:srgbClr val="FF0000"/>
            </a:solidFill>
            <a:prstDash val="solid"/>
            <a:round/>
            <a:headEnd len="sm" w="sm" type="none"/>
            <a:tailEnd len="sm" w="sm" type="none"/>
          </a:ln>
        </p:spPr>
      </p:pic>
      <p:sp>
        <p:nvSpPr>
          <p:cNvPr id="320" name="Google Shape;320;p39"/>
          <p:cNvSpPr txBox="1"/>
          <p:nvPr/>
        </p:nvSpPr>
        <p:spPr>
          <a:xfrm>
            <a:off x="2316450" y="1369950"/>
            <a:ext cx="5878200" cy="261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You were wrong. He’s not the killer. He said that he left at 8 but he actually left at 9:05. He lied because he feared of becoming the prime suspect.</a:t>
            </a:r>
            <a:br>
              <a:rPr lang="en" sz="1800"/>
            </a:br>
            <a:r>
              <a:rPr lang="en" sz="1800"/>
              <a:t>That’s the common sense i expect from a detective like you!</a:t>
            </a:r>
            <a:br>
              <a:rPr lang="en" sz="1800"/>
            </a:br>
            <a:r>
              <a:rPr lang="en" sz="1800"/>
              <a:t>The real killer is Mr. Blake. He not only lied, but was also spotted near his house and sent some serious and suspicious messages.</a:t>
            </a:r>
            <a:endParaRPr/>
          </a:p>
        </p:txBody>
      </p:sp>
      <p:sp>
        <p:nvSpPr>
          <p:cNvPr id="321" name="Google Shape;321;p39">
            <a:hlinkClick action="ppaction://hlinksldjump" r:id="rId4"/>
          </p:cNvPr>
          <p:cNvSpPr txBox="1"/>
          <p:nvPr/>
        </p:nvSpPr>
        <p:spPr>
          <a:xfrm>
            <a:off x="7849125" y="4664400"/>
            <a:ext cx="1562700" cy="47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rgbClr val="FF0000"/>
                </a:solidFill>
                <a:highlight>
                  <a:srgbClr val="4A86E8"/>
                </a:highlight>
              </a:rPr>
              <a:t>NEXT →</a:t>
            </a:r>
            <a:endParaRPr sz="2300">
              <a:solidFill>
                <a:srgbClr val="FF0000"/>
              </a:solidFill>
              <a:highlight>
                <a:srgbClr val="4A86E8"/>
              </a:high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9999"/>
        </a:solidFill>
      </p:bgPr>
    </p:bg>
    <p:spTree>
      <p:nvGrpSpPr>
        <p:cNvPr id="325" name="Shape 325"/>
        <p:cNvGrpSpPr/>
        <p:nvPr/>
      </p:nvGrpSpPr>
      <p:grpSpPr>
        <a:xfrm>
          <a:off x="0" y="0"/>
          <a:ext cx="0" cy="0"/>
          <a:chOff x="0" y="0"/>
          <a:chExt cx="0" cy="0"/>
        </a:xfrm>
      </p:grpSpPr>
      <p:sp>
        <p:nvSpPr>
          <p:cNvPr id="326" name="Google Shape;326;p40"/>
          <p:cNvSpPr txBox="1"/>
          <p:nvPr>
            <p:ph type="title"/>
          </p:nvPr>
        </p:nvSpPr>
        <p:spPr>
          <a:xfrm>
            <a:off x="311700" y="2333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u="sng"/>
              <a:t>Mrs. Carter</a:t>
            </a:r>
            <a:endParaRPr u="sng"/>
          </a:p>
        </p:txBody>
      </p:sp>
      <p:sp>
        <p:nvSpPr>
          <p:cNvPr id="327" name="Google Shape;327;p40"/>
          <p:cNvSpPr txBox="1"/>
          <p:nvPr/>
        </p:nvSpPr>
        <p:spPr>
          <a:xfrm>
            <a:off x="2316450" y="1369950"/>
            <a:ext cx="5878200" cy="261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You were wrong! Mrs. Carter is completely innocent. She lied due to the embarrassment of telling the detective that she was spying on them. That’d make her the prime suspect. And she feared of becoming it.</a:t>
            </a:r>
            <a:endParaRPr sz="1800"/>
          </a:p>
          <a:p>
            <a:pPr indent="0" lvl="0" marL="0" rtl="0" algn="l">
              <a:spcBef>
                <a:spcPts val="0"/>
              </a:spcBef>
              <a:spcAft>
                <a:spcPts val="0"/>
              </a:spcAft>
              <a:buClr>
                <a:schemeClr val="dk1"/>
              </a:buClr>
              <a:buSzPts val="1100"/>
              <a:buFont typeface="Arial"/>
              <a:buNone/>
            </a:pPr>
            <a:r>
              <a:rPr lang="en" sz="1800">
                <a:solidFill>
                  <a:schemeClr val="dk1"/>
                </a:solidFill>
              </a:rPr>
              <a:t>That’s the common sense i expect from a detective like you!</a:t>
            </a:r>
            <a:br>
              <a:rPr lang="en" sz="1800">
                <a:solidFill>
                  <a:schemeClr val="dk1"/>
                </a:solidFill>
              </a:rPr>
            </a:br>
            <a:r>
              <a:rPr lang="en" sz="1800">
                <a:solidFill>
                  <a:schemeClr val="dk1"/>
                </a:solidFill>
              </a:rPr>
              <a:t>The real killer is Mr. Blake. He not only lied, but was also spotted near his house and sent some serious and suspicious messages.</a:t>
            </a:r>
            <a:endParaRPr sz="1800"/>
          </a:p>
        </p:txBody>
      </p:sp>
      <p:pic>
        <p:nvPicPr>
          <p:cNvPr id="328" name="Google Shape;328;p40"/>
          <p:cNvPicPr preferRelativeResize="0"/>
          <p:nvPr/>
        </p:nvPicPr>
        <p:blipFill rotWithShape="1">
          <a:blip r:embed="rId3">
            <a:alphaModFix/>
          </a:blip>
          <a:srcRect b="7247" l="21665" r="26910" t="7892"/>
          <a:stretch/>
        </p:blipFill>
        <p:spPr>
          <a:xfrm rot="16">
            <a:off x="614488" y="1267553"/>
            <a:ext cx="1350068" cy="2783969"/>
          </a:xfrm>
          <a:prstGeom prst="rect">
            <a:avLst/>
          </a:prstGeom>
          <a:solidFill>
            <a:srgbClr val="FFE599"/>
          </a:solidFill>
          <a:ln cap="flat" cmpd="sng" w="76200">
            <a:solidFill>
              <a:srgbClr val="FF0000"/>
            </a:solidFill>
            <a:prstDash val="solid"/>
            <a:round/>
            <a:headEnd len="sm" w="sm" type="none"/>
            <a:tailEnd len="sm" w="sm" type="none"/>
          </a:ln>
        </p:spPr>
      </p:pic>
      <p:sp>
        <p:nvSpPr>
          <p:cNvPr id="329" name="Google Shape;329;p40">
            <a:hlinkClick action="ppaction://hlinksldjump" r:id="rId4"/>
          </p:cNvPr>
          <p:cNvSpPr txBox="1"/>
          <p:nvPr/>
        </p:nvSpPr>
        <p:spPr>
          <a:xfrm>
            <a:off x="7849125" y="4664400"/>
            <a:ext cx="1562700" cy="47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rgbClr val="FF0000"/>
                </a:solidFill>
                <a:highlight>
                  <a:srgbClr val="4A86E8"/>
                </a:highlight>
              </a:rPr>
              <a:t>NEXT →</a:t>
            </a:r>
            <a:endParaRPr sz="2300">
              <a:solidFill>
                <a:srgbClr val="FF0000"/>
              </a:solidFill>
              <a:highlight>
                <a:srgbClr val="4A86E8"/>
              </a:high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333" name="Shape 333"/>
        <p:cNvGrpSpPr/>
        <p:nvPr/>
      </p:nvGrpSpPr>
      <p:grpSpPr>
        <a:xfrm>
          <a:off x="0" y="0"/>
          <a:ext cx="0" cy="0"/>
          <a:chOff x="0" y="0"/>
          <a:chExt cx="0" cy="0"/>
        </a:xfrm>
      </p:grpSpPr>
      <p:sp>
        <p:nvSpPr>
          <p:cNvPr id="334" name="Google Shape;334;p41"/>
          <p:cNvSpPr txBox="1"/>
          <p:nvPr>
            <p:ph type="title"/>
          </p:nvPr>
        </p:nvSpPr>
        <p:spPr>
          <a:xfrm>
            <a:off x="311700" y="2333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u="sng"/>
              <a:t>Mr. Blake</a:t>
            </a:r>
            <a:endParaRPr u="sng"/>
          </a:p>
        </p:txBody>
      </p:sp>
      <p:sp>
        <p:nvSpPr>
          <p:cNvPr id="335" name="Google Shape;335;p41"/>
          <p:cNvSpPr txBox="1"/>
          <p:nvPr/>
        </p:nvSpPr>
        <p:spPr>
          <a:xfrm>
            <a:off x="2316450" y="1369950"/>
            <a:ext cx="5878200" cy="261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The real killer is Mr. Blake. He not only lied, but was also spotted near his house and sent some serious and suspicious messages.</a:t>
            </a:r>
            <a:endParaRPr sz="1800">
              <a:solidFill>
                <a:schemeClr val="dk1"/>
              </a:solidFill>
            </a:endParaRPr>
          </a:p>
          <a:p>
            <a:pPr indent="0" lvl="0" marL="0" rtl="0" algn="l">
              <a:spcBef>
                <a:spcPts val="0"/>
              </a:spcBef>
              <a:spcAft>
                <a:spcPts val="0"/>
              </a:spcAft>
              <a:buNone/>
            </a:pPr>
            <a:r>
              <a:rPr lang="en" sz="1800">
                <a:solidFill>
                  <a:schemeClr val="dk1"/>
                </a:solidFill>
              </a:rPr>
              <a:t>You were right! YAYYYYYY! You won the game</a:t>
            </a:r>
            <a:endParaRPr sz="1800">
              <a:solidFill>
                <a:schemeClr val="dk1"/>
              </a:solidFill>
            </a:endParaRPr>
          </a:p>
        </p:txBody>
      </p:sp>
      <p:pic>
        <p:nvPicPr>
          <p:cNvPr id="336" name="Google Shape;336;p41"/>
          <p:cNvPicPr preferRelativeResize="0"/>
          <p:nvPr/>
        </p:nvPicPr>
        <p:blipFill rotWithShape="1">
          <a:blip r:embed="rId3">
            <a:alphaModFix/>
          </a:blip>
          <a:srcRect b="10525" l="19618" r="5188" t="3623"/>
          <a:stretch/>
        </p:blipFill>
        <p:spPr>
          <a:xfrm rot="-57">
            <a:off x="516054" y="1295730"/>
            <a:ext cx="1596245" cy="2783948"/>
          </a:xfrm>
          <a:prstGeom prst="rect">
            <a:avLst/>
          </a:prstGeom>
          <a:solidFill>
            <a:srgbClr val="FFE599"/>
          </a:solidFill>
          <a:ln cap="flat" cmpd="sng" w="76200">
            <a:solidFill>
              <a:srgbClr val="00FF00"/>
            </a:solidFill>
            <a:prstDash val="solid"/>
            <a:round/>
            <a:headEnd len="sm" w="sm" type="none"/>
            <a:tailEnd len="sm" w="sm" type="none"/>
          </a:ln>
        </p:spPr>
      </p:pic>
      <p:sp>
        <p:nvSpPr>
          <p:cNvPr id="337" name="Google Shape;337;p41">
            <a:hlinkClick action="ppaction://hlinksldjump" r:id="rId4"/>
          </p:cNvPr>
          <p:cNvSpPr txBox="1"/>
          <p:nvPr/>
        </p:nvSpPr>
        <p:spPr>
          <a:xfrm>
            <a:off x="7849125" y="4664400"/>
            <a:ext cx="1562700" cy="47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rgbClr val="FF0000"/>
                </a:solidFill>
                <a:highlight>
                  <a:srgbClr val="4A86E8"/>
                </a:highlight>
              </a:rPr>
              <a:t>NEXT →</a:t>
            </a:r>
            <a:endParaRPr sz="2300">
              <a:solidFill>
                <a:srgbClr val="FF0000"/>
              </a:solidFill>
              <a:highlight>
                <a:srgbClr val="4A86E8"/>
              </a:high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9999"/>
        </a:solidFill>
      </p:bgPr>
    </p:bg>
    <p:spTree>
      <p:nvGrpSpPr>
        <p:cNvPr id="341" name="Shape 341"/>
        <p:cNvGrpSpPr/>
        <p:nvPr/>
      </p:nvGrpSpPr>
      <p:grpSpPr>
        <a:xfrm>
          <a:off x="0" y="0"/>
          <a:ext cx="0" cy="0"/>
          <a:chOff x="0" y="0"/>
          <a:chExt cx="0" cy="0"/>
        </a:xfrm>
      </p:grpSpPr>
      <p:pic>
        <p:nvPicPr>
          <p:cNvPr id="342" name="Google Shape;342;p42"/>
          <p:cNvPicPr preferRelativeResize="0"/>
          <p:nvPr/>
        </p:nvPicPr>
        <p:blipFill rotWithShape="1">
          <a:blip r:embed="rId3">
            <a:alphaModFix/>
          </a:blip>
          <a:srcRect b="0" l="407" r="417" t="0"/>
          <a:stretch/>
        </p:blipFill>
        <p:spPr>
          <a:xfrm>
            <a:off x="2183877" y="1"/>
            <a:ext cx="4109393" cy="5143499"/>
          </a:xfrm>
          <a:prstGeom prst="rect">
            <a:avLst/>
          </a:prstGeom>
          <a:noFill/>
          <a:ln>
            <a:noFill/>
          </a:ln>
        </p:spPr>
      </p:pic>
      <p:sp>
        <p:nvSpPr>
          <p:cNvPr id="343" name="Google Shape;343;p42"/>
          <p:cNvSpPr txBox="1"/>
          <p:nvPr/>
        </p:nvSpPr>
        <p:spPr>
          <a:xfrm>
            <a:off x="1943858" y="801600"/>
            <a:ext cx="5256300" cy="9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7200">
                <a:solidFill>
                  <a:srgbClr val="FF0000"/>
                </a:solidFill>
              </a:rPr>
              <a:t>YOU LOST!</a:t>
            </a:r>
            <a:endParaRPr b="1" sz="7200">
              <a:solidFill>
                <a:srgbClr val="FF0000"/>
              </a:solidFill>
            </a:endParaRPr>
          </a:p>
        </p:txBody>
      </p:sp>
      <p:sp>
        <p:nvSpPr>
          <p:cNvPr id="344" name="Google Shape;344;p42">
            <a:hlinkClick action="ppaction://hlinksldjump" r:id="rId4"/>
          </p:cNvPr>
          <p:cNvSpPr txBox="1"/>
          <p:nvPr/>
        </p:nvSpPr>
        <p:spPr>
          <a:xfrm>
            <a:off x="2826275" y="4106650"/>
            <a:ext cx="2982300" cy="809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600">
                <a:solidFill>
                  <a:srgbClr val="FF0000"/>
                </a:solidFill>
                <a:highlight>
                  <a:srgbClr val="4A86E8"/>
                </a:highlight>
              </a:rPr>
              <a:t>Play again</a:t>
            </a:r>
            <a:endParaRPr sz="3600">
              <a:solidFill>
                <a:srgbClr val="FF0000"/>
              </a:solidFill>
              <a:highlight>
                <a:srgbClr val="4A86E8"/>
              </a:highlight>
            </a:endParaRPr>
          </a:p>
        </p:txBody>
      </p:sp>
      <p:sp>
        <p:nvSpPr>
          <p:cNvPr id="345" name="Google Shape;345;p42"/>
          <p:cNvSpPr txBox="1"/>
          <p:nvPr/>
        </p:nvSpPr>
        <p:spPr>
          <a:xfrm>
            <a:off x="191025" y="1439850"/>
            <a:ext cx="1556400" cy="133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FFFF"/>
                </a:solidFill>
              </a:rPr>
              <a:t>Imagine losing at such an easy game.</a:t>
            </a:r>
            <a:endParaRPr sz="1800">
              <a:solidFill>
                <a:srgbClr val="FFFFFF"/>
              </a:solidFill>
            </a:endParaRPr>
          </a:p>
        </p:txBody>
      </p:sp>
      <p:pic>
        <p:nvPicPr>
          <p:cNvPr id="346" name="Google Shape;346;p42" title="laughing-cat.gif"/>
          <p:cNvPicPr preferRelativeResize="0"/>
          <p:nvPr/>
        </p:nvPicPr>
        <p:blipFill>
          <a:blip r:embed="rId5">
            <a:alphaModFix/>
          </a:blip>
          <a:stretch>
            <a:fillRect/>
          </a:stretch>
        </p:blipFill>
        <p:spPr>
          <a:xfrm>
            <a:off x="7200150" y="1439852"/>
            <a:ext cx="1556400" cy="154019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342"/>
                                        </p:tgtEl>
                                        <p:attrNameLst>
                                          <p:attrName>style.visibility</p:attrName>
                                        </p:attrNameLst>
                                      </p:cBhvr>
                                      <p:to>
                                        <p:strVal val="visible"/>
                                      </p:to>
                                    </p:set>
                                    <p:anim calcmode="lin" valueType="num">
                                      <p:cBhvr additive="base">
                                        <p:cTn dur="3300"/>
                                        <p:tgtEl>
                                          <p:spTgt spid="342"/>
                                        </p:tgtEl>
                                        <p:attrNameLst>
                                          <p:attrName>ppt_w</p:attrName>
                                        </p:attrNameLst>
                                      </p:cBhvr>
                                      <p:tavLst>
                                        <p:tav fmla="" tm="0">
                                          <p:val>
                                            <p:strVal val="0"/>
                                          </p:val>
                                        </p:tav>
                                        <p:tav fmla="" tm="100000">
                                          <p:val>
                                            <p:strVal val="#ppt_w"/>
                                          </p:val>
                                        </p:tav>
                                      </p:tavLst>
                                    </p:anim>
                                    <p:anim calcmode="lin" valueType="num">
                                      <p:cBhvr additive="base">
                                        <p:cTn dur="3300"/>
                                        <p:tgtEl>
                                          <p:spTgt spid="342"/>
                                        </p:tgtEl>
                                        <p:attrNameLst>
                                          <p:attrName>ppt_h</p:attrName>
                                        </p:attrNameLst>
                                      </p:cBhvr>
                                      <p:tavLst>
                                        <p:tav fmla="" tm="0">
                                          <p:val>
                                            <p:strVal val="0"/>
                                          </p:val>
                                        </p:tav>
                                        <p:tav fmla="" tm="100000">
                                          <p:val>
                                            <p:strVal val="#ppt_h"/>
                                          </p:val>
                                        </p:tav>
                                      </p:tavLst>
                                    </p:anim>
                                  </p:childTnLst>
                                </p:cTn>
                              </p:par>
                              <p:par>
                                <p:cTn fill="hold" nodeType="withEffect" presetClass="emph" presetID="8" presetSubtype="0">
                                  <p:stCondLst>
                                    <p:cond delay="0"/>
                                  </p:stCondLst>
                                  <p:childTnLst>
                                    <p:animRot by="-21600000">
                                      <p:cBhvr>
                                        <p:cTn dur="5000" fill="hold"/>
                                        <p:tgtEl>
                                          <p:spTgt spid="342"/>
                                        </p:tgtEl>
                                        <p:attrNameLst>
                                          <p:attrName>r</p:attrName>
                                        </p:attrNameLst>
                                      </p:cBhvr>
                                    </p:animRot>
                                  </p:childTnLst>
                                </p:cTn>
                              </p:par>
                            </p:childTnLst>
                          </p:cTn>
                        </p:par>
                        <p:par>
                          <p:cTn fill="hold">
                            <p:stCondLst>
                              <p:cond delay="5000"/>
                            </p:stCondLst>
                            <p:childTnLst>
                              <p:par>
                                <p:cTn fill="hold" nodeType="afterEffect" presetClass="entr" presetID="23" presetSubtype="16">
                                  <p:stCondLst>
                                    <p:cond delay="0"/>
                                  </p:stCondLst>
                                  <p:childTnLst>
                                    <p:set>
                                      <p:cBhvr>
                                        <p:cTn dur="1" fill="hold">
                                          <p:stCondLst>
                                            <p:cond delay="0"/>
                                          </p:stCondLst>
                                        </p:cTn>
                                        <p:tgtEl>
                                          <p:spTgt spid="344"/>
                                        </p:tgtEl>
                                        <p:attrNameLst>
                                          <p:attrName>style.visibility</p:attrName>
                                        </p:attrNameLst>
                                      </p:cBhvr>
                                      <p:to>
                                        <p:strVal val="visible"/>
                                      </p:to>
                                    </p:set>
                                    <p:anim calcmode="lin" valueType="num">
                                      <p:cBhvr additive="base">
                                        <p:cTn dur="1500"/>
                                        <p:tgtEl>
                                          <p:spTgt spid="344"/>
                                        </p:tgtEl>
                                        <p:attrNameLst>
                                          <p:attrName>ppt_w</p:attrName>
                                        </p:attrNameLst>
                                      </p:cBhvr>
                                      <p:tavLst>
                                        <p:tav fmla="" tm="0">
                                          <p:val>
                                            <p:strVal val="0"/>
                                          </p:val>
                                        </p:tav>
                                        <p:tav fmla="" tm="100000">
                                          <p:val>
                                            <p:strVal val="#ppt_w"/>
                                          </p:val>
                                        </p:tav>
                                      </p:tavLst>
                                    </p:anim>
                                    <p:anim calcmode="lin" valueType="num">
                                      <p:cBhvr additive="base">
                                        <p:cTn dur="1500"/>
                                        <p:tgtEl>
                                          <p:spTgt spid="344"/>
                                        </p:tgtEl>
                                        <p:attrNameLst>
                                          <p:attrName>ppt_h</p:attrName>
                                        </p:attrNameLst>
                                      </p:cBhvr>
                                      <p:tavLst>
                                        <p:tav fmla="" tm="0">
                                          <p:val>
                                            <p:strVal val="0"/>
                                          </p:val>
                                        </p:tav>
                                        <p:tav fmla="" tm="100000">
                                          <p:val>
                                            <p:strVal val="#ppt_h"/>
                                          </p:val>
                                        </p:tav>
                                      </p:tavLst>
                                    </p:anim>
                                  </p:childTnLst>
                                </p:cTn>
                              </p:par>
                              <p:par>
                                <p:cTn fill="hold" nodeType="withEffect" presetClass="entr" presetID="2" presetSubtype="8">
                                  <p:stCondLst>
                                    <p:cond delay="0"/>
                                  </p:stCondLst>
                                  <p:childTnLst>
                                    <p:set>
                                      <p:cBhvr>
                                        <p:cTn dur="1" fill="hold">
                                          <p:stCondLst>
                                            <p:cond delay="0"/>
                                          </p:stCondLst>
                                        </p:cTn>
                                        <p:tgtEl>
                                          <p:spTgt spid="345"/>
                                        </p:tgtEl>
                                        <p:attrNameLst>
                                          <p:attrName>style.visibility</p:attrName>
                                        </p:attrNameLst>
                                      </p:cBhvr>
                                      <p:to>
                                        <p:strVal val="visible"/>
                                      </p:to>
                                    </p:set>
                                    <p:anim calcmode="lin" valueType="num">
                                      <p:cBhvr additive="base">
                                        <p:cTn dur="500"/>
                                        <p:tgtEl>
                                          <p:spTgt spid="34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346"/>
                                        </p:tgtEl>
                                        <p:attrNameLst>
                                          <p:attrName>style.visibility</p:attrName>
                                        </p:attrNameLst>
                                      </p:cBhvr>
                                      <p:to>
                                        <p:strVal val="visible"/>
                                      </p:to>
                                    </p:set>
                                    <p:anim calcmode="lin" valueType="num">
                                      <p:cBhvr additive="base">
                                        <p:cTn dur="500"/>
                                        <p:tgtEl>
                                          <p:spTgt spid="34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pic>
        <p:nvPicPr>
          <p:cNvPr id="351" name="Google Shape;351;p43"/>
          <p:cNvPicPr preferRelativeResize="0"/>
          <p:nvPr/>
        </p:nvPicPr>
        <p:blipFill rotWithShape="1">
          <a:blip r:embed="rId3">
            <a:alphaModFix/>
          </a:blip>
          <a:srcRect b="583" l="0" r="5989" t="583"/>
          <a:stretch/>
        </p:blipFill>
        <p:spPr>
          <a:xfrm>
            <a:off x="0" y="0"/>
            <a:ext cx="9144002" cy="5143500"/>
          </a:xfrm>
          <a:prstGeom prst="rect">
            <a:avLst/>
          </a:prstGeom>
          <a:noFill/>
          <a:ln>
            <a:noFill/>
          </a:ln>
        </p:spPr>
      </p:pic>
      <p:sp>
        <p:nvSpPr>
          <p:cNvPr id="352" name="Google Shape;352;p43"/>
          <p:cNvSpPr txBox="1"/>
          <p:nvPr/>
        </p:nvSpPr>
        <p:spPr>
          <a:xfrm>
            <a:off x="362575" y="341275"/>
            <a:ext cx="8518500" cy="184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7200">
                <a:solidFill>
                  <a:srgbClr val="00FF00"/>
                </a:solidFill>
              </a:rPr>
              <a:t>YOU WON!!!</a:t>
            </a:r>
            <a:endParaRPr b="1" sz="7200">
              <a:solidFill>
                <a:srgbClr val="00FF00"/>
              </a:solidFill>
            </a:endParaRPr>
          </a:p>
        </p:txBody>
      </p:sp>
      <p:sp>
        <p:nvSpPr>
          <p:cNvPr id="353" name="Google Shape;353;p43">
            <a:hlinkClick action="ppaction://hlinksldjump" r:id="rId4"/>
          </p:cNvPr>
          <p:cNvSpPr txBox="1"/>
          <p:nvPr/>
        </p:nvSpPr>
        <p:spPr>
          <a:xfrm>
            <a:off x="3204150" y="4239725"/>
            <a:ext cx="2735700" cy="809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600">
                <a:solidFill>
                  <a:srgbClr val="FF0000"/>
                </a:solidFill>
                <a:highlight>
                  <a:srgbClr val="4A86E8"/>
                </a:highlight>
              </a:rPr>
              <a:t>Play again?</a:t>
            </a:r>
            <a:endParaRPr sz="3600">
              <a:solidFill>
                <a:srgbClr val="FF0000"/>
              </a:solidFill>
              <a:highlight>
                <a:srgbClr val="4A86E8"/>
              </a:highlight>
            </a:endParaRPr>
          </a:p>
        </p:txBody>
      </p:sp>
      <p:sp>
        <p:nvSpPr>
          <p:cNvPr id="354" name="Google Shape;354;p43"/>
          <p:cNvSpPr txBox="1"/>
          <p:nvPr/>
        </p:nvSpPr>
        <p:spPr>
          <a:xfrm>
            <a:off x="3772875" y="2991000"/>
            <a:ext cx="1476900" cy="4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rPr>
              <a:t>YAYYYYY!!!</a:t>
            </a:r>
            <a:endParaRPr sz="1800">
              <a:solidFill>
                <a:schemeClr val="lt1"/>
              </a:solidFill>
            </a:endParaRPr>
          </a:p>
        </p:txBody>
      </p:sp>
      <p:pic>
        <p:nvPicPr>
          <p:cNvPr id="355" name="Google Shape;355;p43" title="хаппи-happy-cat.gif"/>
          <p:cNvPicPr preferRelativeResize="0"/>
          <p:nvPr/>
        </p:nvPicPr>
        <p:blipFill rotWithShape="1">
          <a:blip r:embed="rId5">
            <a:alphaModFix/>
          </a:blip>
          <a:srcRect b="-17460" l="2230" r="-2230" t="17460"/>
          <a:stretch/>
        </p:blipFill>
        <p:spPr>
          <a:xfrm>
            <a:off x="3530525" y="1567075"/>
            <a:ext cx="1905000" cy="1905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mph" presetID="8" presetSubtype="0">
                                  <p:stCondLst>
                                    <p:cond delay="0"/>
                                  </p:stCondLst>
                                  <p:childTnLst>
                                    <p:animRot by="-21600000">
                                      <p:cBhvr>
                                        <p:cTn dur="1000" fill="hold"/>
                                        <p:tgtEl>
                                          <p:spTgt spid="352"/>
                                        </p:tgtEl>
                                        <p:attrNameLst>
                                          <p:attrName>r</p:attrName>
                                        </p:attrNameLst>
                                      </p:cBhvr>
                                    </p:animRot>
                                  </p:childTnLst>
                                </p:cTn>
                              </p:par>
                            </p:childTnLst>
                          </p:cTn>
                        </p:par>
                        <p:par>
                          <p:cTn fill="hold">
                            <p:stCondLst>
                              <p:cond delay="1000"/>
                            </p:stCondLst>
                            <p:childTnLst>
                              <p:par>
                                <p:cTn fill="hold" nodeType="afterEffect" presetClass="entr" presetID="2" presetSubtype="8">
                                  <p:stCondLst>
                                    <p:cond delay="0"/>
                                  </p:stCondLst>
                                  <p:childTnLst>
                                    <p:set>
                                      <p:cBhvr>
                                        <p:cTn dur="1" fill="hold">
                                          <p:stCondLst>
                                            <p:cond delay="0"/>
                                          </p:stCondLst>
                                        </p:cTn>
                                        <p:tgtEl>
                                          <p:spTgt spid="355"/>
                                        </p:tgtEl>
                                        <p:attrNameLst>
                                          <p:attrName>style.visibility</p:attrName>
                                        </p:attrNameLst>
                                      </p:cBhvr>
                                      <p:to>
                                        <p:strVal val="visible"/>
                                      </p:to>
                                    </p:set>
                                    <p:anim calcmode="lin" valueType="num">
                                      <p:cBhvr additive="base">
                                        <p:cTn dur="500"/>
                                        <p:tgtEl>
                                          <p:spTgt spid="35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354"/>
                                        </p:tgtEl>
                                        <p:attrNameLst>
                                          <p:attrName>style.visibility</p:attrName>
                                        </p:attrNameLst>
                                      </p:cBhvr>
                                      <p:to>
                                        <p:strVal val="visible"/>
                                      </p:to>
                                    </p:set>
                                    <p:anim calcmode="lin" valueType="num">
                                      <p:cBhvr additive="base">
                                        <p:cTn dur="500"/>
                                        <p:tgtEl>
                                          <p:spTgt spid="35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